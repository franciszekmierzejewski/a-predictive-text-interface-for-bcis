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5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AA529-CDE6-413F-803B-88CA151695FD}" v="37" dt="2026-10-16T03:55:55.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ek mski" userId="6d8aa42489c2a54b" providerId="LiveId" clId="{29398968-C249-457B-BACC-F0950554BB0C}"/>
    <pc:docChg chg="undo custSel addSld delSld modSld">
      <pc:chgData name="franek mski" userId="6d8aa42489c2a54b" providerId="LiveId" clId="{29398968-C249-457B-BACC-F0950554BB0C}" dt="2026-10-16T04:38:12.588" v="9892" actId="2696"/>
      <pc:docMkLst>
        <pc:docMk/>
      </pc:docMkLst>
      <pc:sldChg chg="addSp delSp modSp new mod">
        <pc:chgData name="franek mski" userId="6d8aa42489c2a54b" providerId="LiveId" clId="{29398968-C249-457B-BACC-F0950554BB0C}" dt="2026-10-16T02:39:46.792" v="4171" actId="123"/>
        <pc:sldMkLst>
          <pc:docMk/>
          <pc:sldMk cId="2164601816" sldId="258"/>
        </pc:sldMkLst>
        <pc:spChg chg="mod">
          <ac:chgData name="franek mski" userId="6d8aa42489c2a54b" providerId="LiveId" clId="{29398968-C249-457B-BACC-F0950554BB0C}" dt="2026-10-16T00:25:27.848" v="135" actId="20577"/>
          <ac:spMkLst>
            <pc:docMk/>
            <pc:sldMk cId="2164601816" sldId="258"/>
            <ac:spMk id="2" creationId="{61473840-58E7-B991-C9B8-18F7C808AB6E}"/>
          </ac:spMkLst>
        </pc:spChg>
        <pc:spChg chg="del">
          <ac:chgData name="franek mski" userId="6d8aa42489c2a54b" providerId="LiveId" clId="{29398968-C249-457B-BACC-F0950554BB0C}" dt="2026-10-16T00:29:43.114" v="355"/>
          <ac:spMkLst>
            <pc:docMk/>
            <pc:sldMk cId="2164601816" sldId="258"/>
            <ac:spMk id="3" creationId="{FA89B682-86A1-F018-72A9-293CD4D7978F}"/>
          </ac:spMkLst>
        </pc:spChg>
        <pc:spChg chg="add mod">
          <ac:chgData name="franek mski" userId="6d8aa42489c2a54b" providerId="LiveId" clId="{29398968-C249-457B-BACC-F0950554BB0C}" dt="2026-10-16T01:50:07.768" v="1239" actId="1076"/>
          <ac:spMkLst>
            <pc:docMk/>
            <pc:sldMk cId="2164601816" sldId="258"/>
            <ac:spMk id="4" creationId="{BDE4C4B5-0996-ED35-88DC-D140633622FC}"/>
          </ac:spMkLst>
        </pc:spChg>
        <pc:spChg chg="add mod">
          <ac:chgData name="franek mski" userId="6d8aa42489c2a54b" providerId="LiveId" clId="{29398968-C249-457B-BACC-F0950554BB0C}" dt="2026-10-16T01:50:11.924" v="1240" actId="1076"/>
          <ac:spMkLst>
            <pc:docMk/>
            <pc:sldMk cId="2164601816" sldId="258"/>
            <ac:spMk id="5" creationId="{80684140-4052-F63F-BE11-820DD8E59807}"/>
          </ac:spMkLst>
        </pc:spChg>
        <pc:spChg chg="add del mod">
          <ac:chgData name="franek mski" userId="6d8aa42489c2a54b" providerId="LiveId" clId="{29398968-C249-457B-BACC-F0950554BB0C}" dt="2026-10-16T01:23:21.513" v="513"/>
          <ac:spMkLst>
            <pc:docMk/>
            <pc:sldMk cId="2164601816" sldId="258"/>
            <ac:spMk id="7" creationId="{6CC98D71-B619-B50A-6517-0B43D1D23A6C}"/>
          </ac:spMkLst>
        </pc:spChg>
        <pc:spChg chg="add mod">
          <ac:chgData name="franek mski" userId="6d8aa42489c2a54b" providerId="LiveId" clId="{29398968-C249-457B-BACC-F0950554BB0C}" dt="2026-10-16T01:48:52.046" v="1147" actId="113"/>
          <ac:spMkLst>
            <pc:docMk/>
            <pc:sldMk cId="2164601816" sldId="258"/>
            <ac:spMk id="8" creationId="{8F93070A-2F3F-1E69-9218-D0384621E9C5}"/>
          </ac:spMkLst>
        </pc:spChg>
        <pc:spChg chg="add mod">
          <ac:chgData name="franek mski" userId="6d8aa42489c2a54b" providerId="LiveId" clId="{29398968-C249-457B-BACC-F0950554BB0C}" dt="2026-10-16T02:39:46.792" v="4171" actId="123"/>
          <ac:spMkLst>
            <pc:docMk/>
            <pc:sldMk cId="2164601816" sldId="258"/>
            <ac:spMk id="9" creationId="{E153834B-085D-0A55-E552-98F64466D1B6}"/>
          </ac:spMkLst>
        </pc:spChg>
        <pc:picChg chg="add">
          <ac:chgData name="franek mski" userId="6d8aa42489c2a54b" providerId="LiveId" clId="{29398968-C249-457B-BACC-F0950554BB0C}" dt="2026-10-16T00:30:18.966" v="362"/>
          <ac:picMkLst>
            <pc:docMk/>
            <pc:sldMk cId="2164601816" sldId="258"/>
            <ac:picMk id="6" creationId="{AD5A5951-D2E1-6A10-D86A-F636574BD053}"/>
          </ac:picMkLst>
        </pc:picChg>
      </pc:sldChg>
      <pc:sldChg chg="addSp delSp modSp new mod">
        <pc:chgData name="franek mski" userId="6d8aa42489c2a54b" providerId="LiveId" clId="{29398968-C249-457B-BACC-F0950554BB0C}" dt="2026-10-16T02:39:45.409" v="4170" actId="123"/>
        <pc:sldMkLst>
          <pc:docMk/>
          <pc:sldMk cId="2228525753" sldId="259"/>
        </pc:sldMkLst>
        <pc:spChg chg="mod">
          <ac:chgData name="franek mski" userId="6d8aa42489c2a54b" providerId="LiveId" clId="{29398968-C249-457B-BACC-F0950554BB0C}" dt="2026-10-16T01:50:04.056" v="1238" actId="20577"/>
          <ac:spMkLst>
            <pc:docMk/>
            <pc:sldMk cId="2228525753" sldId="259"/>
            <ac:spMk id="2" creationId="{CD9E2F63-B6E3-75F0-06B9-5FBDCD5BE2AD}"/>
          </ac:spMkLst>
        </pc:spChg>
        <pc:spChg chg="del mod">
          <ac:chgData name="franek mski" userId="6d8aa42489c2a54b" providerId="LiveId" clId="{29398968-C249-457B-BACC-F0950554BB0C}" dt="2026-10-16T01:58:41.169" v="1251" actId="478"/>
          <ac:spMkLst>
            <pc:docMk/>
            <pc:sldMk cId="2228525753" sldId="259"/>
            <ac:spMk id="3" creationId="{558A3881-7AD3-57D1-8821-705DC1DD3BCC}"/>
          </ac:spMkLst>
        </pc:spChg>
        <pc:spChg chg="add del">
          <ac:chgData name="franek mski" userId="6d8aa42489c2a54b" providerId="LiveId" clId="{29398968-C249-457B-BACC-F0950554BB0C}" dt="2026-10-16T01:53:35.071" v="1242" actId="11529"/>
          <ac:spMkLst>
            <pc:docMk/>
            <pc:sldMk cId="2228525753" sldId="259"/>
            <ac:spMk id="4" creationId="{39DE8383-7A75-D76D-A0C9-B4D60E57E24B}"/>
          </ac:spMkLst>
        </pc:spChg>
        <pc:spChg chg="add mod">
          <ac:chgData name="franek mski" userId="6d8aa42489c2a54b" providerId="LiveId" clId="{29398968-C249-457B-BACC-F0950554BB0C}" dt="2026-10-16T02:13:37.517" v="2101" actId="14100"/>
          <ac:spMkLst>
            <pc:docMk/>
            <pc:sldMk cId="2228525753" sldId="259"/>
            <ac:spMk id="5" creationId="{BC7E085A-1A8A-C0FA-1725-4C246BC87739}"/>
          </ac:spMkLst>
        </pc:spChg>
        <pc:spChg chg="add mod">
          <ac:chgData name="franek mski" userId="6d8aa42489c2a54b" providerId="LiveId" clId="{29398968-C249-457B-BACC-F0950554BB0C}" dt="2026-10-16T02:39:45.409" v="4170" actId="123"/>
          <ac:spMkLst>
            <pc:docMk/>
            <pc:sldMk cId="2228525753" sldId="259"/>
            <ac:spMk id="6" creationId="{D3944E88-0728-59B7-A4B6-EFF57414883A}"/>
          </ac:spMkLst>
        </pc:spChg>
        <pc:spChg chg="add mod">
          <ac:chgData name="franek mski" userId="6d8aa42489c2a54b" providerId="LiveId" clId="{29398968-C249-457B-BACC-F0950554BB0C}" dt="2026-10-16T02:13:29.898" v="2099" actId="14100"/>
          <ac:spMkLst>
            <pc:docMk/>
            <pc:sldMk cId="2228525753" sldId="259"/>
            <ac:spMk id="7" creationId="{4578DD56-53C3-EF01-D753-0417CD4BBEEC}"/>
          </ac:spMkLst>
        </pc:spChg>
        <pc:spChg chg="add mod">
          <ac:chgData name="franek mski" userId="6d8aa42489c2a54b" providerId="LiveId" clId="{29398968-C249-457B-BACC-F0950554BB0C}" dt="2026-10-16T02:13:43.797" v="2102" actId="14100"/>
          <ac:spMkLst>
            <pc:docMk/>
            <pc:sldMk cId="2228525753" sldId="259"/>
            <ac:spMk id="8" creationId="{C5DF4C70-528C-9DF1-289B-287203AFCEFC}"/>
          </ac:spMkLst>
        </pc:spChg>
        <pc:spChg chg="add mod">
          <ac:chgData name="franek mski" userId="6d8aa42489c2a54b" providerId="LiveId" clId="{29398968-C249-457B-BACC-F0950554BB0C}" dt="2026-10-16T02:13:23.467" v="2098" actId="20577"/>
          <ac:spMkLst>
            <pc:docMk/>
            <pc:sldMk cId="2228525753" sldId="259"/>
            <ac:spMk id="9" creationId="{EC7C8B07-7AD3-03DE-97FE-2E5B4552595F}"/>
          </ac:spMkLst>
        </pc:spChg>
        <pc:spChg chg="add mod">
          <ac:chgData name="franek mski" userId="6d8aa42489c2a54b" providerId="LiveId" clId="{29398968-C249-457B-BACC-F0950554BB0C}" dt="2026-10-16T02:18:14.389" v="2410" actId="20577"/>
          <ac:spMkLst>
            <pc:docMk/>
            <pc:sldMk cId="2228525753" sldId="259"/>
            <ac:spMk id="10" creationId="{A0DC9D45-C994-D71F-D48A-9CCEEE4F2FEF}"/>
          </ac:spMkLst>
        </pc:spChg>
      </pc:sldChg>
      <pc:sldChg chg="addSp delSp modSp new mod">
        <pc:chgData name="franek mski" userId="6d8aa42489c2a54b" providerId="LiveId" clId="{29398968-C249-457B-BACC-F0950554BB0C}" dt="2026-10-16T04:03:09.339" v="9499" actId="20577"/>
        <pc:sldMkLst>
          <pc:docMk/>
          <pc:sldMk cId="1310852471" sldId="260"/>
        </pc:sldMkLst>
        <pc:spChg chg="mod">
          <ac:chgData name="franek mski" userId="6d8aa42489c2a54b" providerId="LiveId" clId="{29398968-C249-457B-BACC-F0950554BB0C}" dt="2026-10-16T02:38:45.478" v="4156" actId="1076"/>
          <ac:spMkLst>
            <pc:docMk/>
            <pc:sldMk cId="1310852471" sldId="260"/>
            <ac:spMk id="2" creationId="{AEC972CF-BEAE-6F08-EB12-4A3FF75841B5}"/>
          </ac:spMkLst>
        </pc:spChg>
        <pc:spChg chg="del mod">
          <ac:chgData name="franek mski" userId="6d8aa42489c2a54b" providerId="LiveId" clId="{29398968-C249-457B-BACC-F0950554BB0C}" dt="2026-10-16T02:19:32.996" v="2458" actId="478"/>
          <ac:spMkLst>
            <pc:docMk/>
            <pc:sldMk cId="1310852471" sldId="260"/>
            <ac:spMk id="3" creationId="{3A3AA5C6-8A3F-7A21-0A0B-7D355F3F347D}"/>
          </ac:spMkLst>
        </pc:spChg>
        <pc:spChg chg="add del">
          <ac:chgData name="franek mski" userId="6d8aa42489c2a54b" providerId="LiveId" clId="{29398968-C249-457B-BACC-F0950554BB0C}" dt="2026-10-16T02:19:31.575" v="2456" actId="478"/>
          <ac:spMkLst>
            <pc:docMk/>
            <pc:sldMk cId="1310852471" sldId="260"/>
            <ac:spMk id="4" creationId="{E00CBAA5-2F62-A4E7-CF5C-79A1B41280AE}"/>
          </ac:spMkLst>
        </pc:spChg>
        <pc:spChg chg="add mod">
          <ac:chgData name="franek mski" userId="6d8aa42489c2a54b" providerId="LiveId" clId="{29398968-C249-457B-BACC-F0950554BB0C}" dt="2026-10-16T02:38:48.673" v="4157" actId="1076"/>
          <ac:spMkLst>
            <pc:docMk/>
            <pc:sldMk cId="1310852471" sldId="260"/>
            <ac:spMk id="5" creationId="{3642A8E0-76FC-9BA7-6269-7CB45E541396}"/>
          </ac:spMkLst>
        </pc:spChg>
        <pc:spChg chg="add mod">
          <ac:chgData name="franek mski" userId="6d8aa42489c2a54b" providerId="LiveId" clId="{29398968-C249-457B-BACC-F0950554BB0C}" dt="2026-10-16T02:39:59.298" v="4174" actId="123"/>
          <ac:spMkLst>
            <pc:docMk/>
            <pc:sldMk cId="1310852471" sldId="260"/>
            <ac:spMk id="6" creationId="{7B44D0C9-8510-FE1D-8ED9-2BCF0289C076}"/>
          </ac:spMkLst>
        </pc:spChg>
        <pc:spChg chg="add mod">
          <ac:chgData name="franek mski" userId="6d8aa42489c2a54b" providerId="LiveId" clId="{29398968-C249-457B-BACC-F0950554BB0C}" dt="2026-10-16T02:25:13.926" v="2968"/>
          <ac:spMkLst>
            <pc:docMk/>
            <pc:sldMk cId="1310852471" sldId="260"/>
            <ac:spMk id="7" creationId="{B9035B28-B8C9-87DA-DB81-FAE5B6C70052}"/>
          </ac:spMkLst>
        </pc:spChg>
        <pc:spChg chg="add mod">
          <ac:chgData name="franek mski" userId="6d8aa42489c2a54b" providerId="LiveId" clId="{29398968-C249-457B-BACC-F0950554BB0C}" dt="2026-10-16T02:39:03.772" v="4159" actId="1076"/>
          <ac:spMkLst>
            <pc:docMk/>
            <pc:sldMk cId="1310852471" sldId="260"/>
            <ac:spMk id="8" creationId="{3AEC528E-AECE-8EAA-5E93-DC68BB60427E}"/>
          </ac:spMkLst>
        </pc:spChg>
        <pc:spChg chg="add mod">
          <ac:chgData name="franek mski" userId="6d8aa42489c2a54b" providerId="LiveId" clId="{29398968-C249-457B-BACC-F0950554BB0C}" dt="2026-10-16T02:39:08.978" v="4160" actId="1076"/>
          <ac:spMkLst>
            <pc:docMk/>
            <pc:sldMk cId="1310852471" sldId="260"/>
            <ac:spMk id="9" creationId="{FA505792-CDC6-2132-D71C-03ACECAFE6D4}"/>
          </ac:spMkLst>
        </pc:spChg>
        <pc:spChg chg="add mod">
          <ac:chgData name="franek mski" userId="6d8aa42489c2a54b" providerId="LiveId" clId="{29398968-C249-457B-BACC-F0950554BB0C}" dt="2026-10-16T02:33:33.487" v="3596" actId="767"/>
          <ac:spMkLst>
            <pc:docMk/>
            <pc:sldMk cId="1310852471" sldId="260"/>
            <ac:spMk id="11" creationId="{1034E03E-C8C8-F5F7-C05C-B7BF618A8A44}"/>
          </ac:spMkLst>
        </pc:spChg>
        <pc:spChg chg="add mod">
          <ac:chgData name="franek mski" userId="6d8aa42489c2a54b" providerId="LiveId" clId="{29398968-C249-457B-BACC-F0950554BB0C}" dt="2026-10-16T02:41:02.778" v="4363" actId="14100"/>
          <ac:spMkLst>
            <pc:docMk/>
            <pc:sldMk cId="1310852471" sldId="260"/>
            <ac:spMk id="12" creationId="{39F5D471-DFEF-45C5-1521-EC0BA298C372}"/>
          </ac:spMkLst>
        </pc:spChg>
        <pc:spChg chg="add mod">
          <ac:chgData name="franek mski" userId="6d8aa42489c2a54b" providerId="LiveId" clId="{29398968-C249-457B-BACC-F0950554BB0C}" dt="2026-10-16T04:03:09.339" v="9499" actId="20577"/>
          <ac:spMkLst>
            <pc:docMk/>
            <pc:sldMk cId="1310852471" sldId="260"/>
            <ac:spMk id="13" creationId="{454776C3-8D57-BBBF-1EF9-3DE76F3AE50A}"/>
          </ac:spMkLst>
        </pc:spChg>
        <pc:picChg chg="add mod">
          <ac:chgData name="franek mski" userId="6d8aa42489c2a54b" providerId="LiveId" clId="{29398968-C249-457B-BACC-F0950554BB0C}" dt="2026-10-16T02:33:14.068" v="3595" actId="1076"/>
          <ac:picMkLst>
            <pc:docMk/>
            <pc:sldMk cId="1310852471" sldId="260"/>
            <ac:picMk id="10" creationId="{DB3DEC03-2170-623A-BA5B-647DED3732AD}"/>
          </ac:picMkLst>
        </pc:picChg>
      </pc:sldChg>
      <pc:sldChg chg="addSp delSp modSp new mod">
        <pc:chgData name="franek mski" userId="6d8aa42489c2a54b" providerId="LiveId" clId="{29398968-C249-457B-BACC-F0950554BB0C}" dt="2026-10-16T04:34:41.156" v="9891" actId="1076"/>
        <pc:sldMkLst>
          <pc:docMk/>
          <pc:sldMk cId="3108859801" sldId="261"/>
        </pc:sldMkLst>
        <pc:spChg chg="mod">
          <ac:chgData name="franek mski" userId="6d8aa42489c2a54b" providerId="LiveId" clId="{29398968-C249-457B-BACC-F0950554BB0C}" dt="2026-10-16T02:43:16.948" v="4458" actId="1076"/>
          <ac:spMkLst>
            <pc:docMk/>
            <pc:sldMk cId="3108859801" sldId="261"/>
            <ac:spMk id="2" creationId="{FCB12EBC-E4CA-BAD8-66DF-4DD8C086E77B}"/>
          </ac:spMkLst>
        </pc:spChg>
        <pc:spChg chg="del mod">
          <ac:chgData name="franek mski" userId="6d8aa42489c2a54b" providerId="LiveId" clId="{29398968-C249-457B-BACC-F0950554BB0C}" dt="2026-10-16T02:43:03.697" v="4455" actId="478"/>
          <ac:spMkLst>
            <pc:docMk/>
            <pc:sldMk cId="3108859801" sldId="261"/>
            <ac:spMk id="3" creationId="{7654662F-4863-52BA-0BE4-92782A318089}"/>
          </ac:spMkLst>
        </pc:spChg>
        <pc:spChg chg="add mod">
          <ac:chgData name="franek mski" userId="6d8aa42489c2a54b" providerId="LiveId" clId="{29398968-C249-457B-BACC-F0950554BB0C}" dt="2026-10-16T02:57:29.985" v="5841" actId="14100"/>
          <ac:spMkLst>
            <pc:docMk/>
            <pc:sldMk cId="3108859801" sldId="261"/>
            <ac:spMk id="4" creationId="{35129AF6-CFFB-DBA4-EAE1-985569E8D894}"/>
          </ac:spMkLst>
        </pc:spChg>
        <pc:spChg chg="add mod">
          <ac:chgData name="franek mski" userId="6d8aa42489c2a54b" providerId="LiveId" clId="{29398968-C249-457B-BACC-F0950554BB0C}" dt="2026-10-16T02:57:19.150" v="5839" actId="14100"/>
          <ac:spMkLst>
            <pc:docMk/>
            <pc:sldMk cId="3108859801" sldId="261"/>
            <ac:spMk id="5" creationId="{8B8E6AE7-33E5-2D83-D9E0-04108E054004}"/>
          </ac:spMkLst>
        </pc:spChg>
        <pc:spChg chg="add mod">
          <ac:chgData name="franek mski" userId="6d8aa42489c2a54b" providerId="LiveId" clId="{29398968-C249-457B-BACC-F0950554BB0C}" dt="2026-10-16T02:49:36.326" v="5093" actId="20577"/>
          <ac:spMkLst>
            <pc:docMk/>
            <pc:sldMk cId="3108859801" sldId="261"/>
            <ac:spMk id="6" creationId="{241D3D54-3178-A270-9EA7-5FD89B640768}"/>
          </ac:spMkLst>
        </pc:spChg>
        <pc:spChg chg="add mod">
          <ac:chgData name="franek mski" userId="6d8aa42489c2a54b" providerId="LiveId" clId="{29398968-C249-457B-BACC-F0950554BB0C}" dt="2026-10-16T04:34:41.156" v="9891" actId="1076"/>
          <ac:spMkLst>
            <pc:docMk/>
            <pc:sldMk cId="3108859801" sldId="261"/>
            <ac:spMk id="7" creationId="{739571E5-3413-24AF-46C6-A324C964B821}"/>
          </ac:spMkLst>
        </pc:spChg>
      </pc:sldChg>
      <pc:sldChg chg="addSp delSp modSp new mod">
        <pc:chgData name="franek mski" userId="6d8aa42489c2a54b" providerId="LiveId" clId="{29398968-C249-457B-BACC-F0950554BB0C}" dt="2026-10-16T04:18:01.421" v="9872" actId="20577"/>
        <pc:sldMkLst>
          <pc:docMk/>
          <pc:sldMk cId="3890383548" sldId="262"/>
        </pc:sldMkLst>
        <pc:spChg chg="mod">
          <ac:chgData name="franek mski" userId="6d8aa42489c2a54b" providerId="LiveId" clId="{29398968-C249-457B-BACC-F0950554BB0C}" dt="2026-10-16T03:43:38.366" v="8569" actId="122"/>
          <ac:spMkLst>
            <pc:docMk/>
            <pc:sldMk cId="3890383548" sldId="262"/>
            <ac:spMk id="2" creationId="{33C41D8C-9B58-E92A-B422-41BCDB50C321}"/>
          </ac:spMkLst>
        </pc:spChg>
        <pc:spChg chg="del">
          <ac:chgData name="franek mski" userId="6d8aa42489c2a54b" providerId="LiveId" clId="{29398968-C249-457B-BACC-F0950554BB0C}" dt="2026-10-16T02:58:50.390" v="5882" actId="478"/>
          <ac:spMkLst>
            <pc:docMk/>
            <pc:sldMk cId="3890383548" sldId="262"/>
            <ac:spMk id="3" creationId="{67EF196F-C68C-63C9-B75D-087FB6697069}"/>
          </ac:spMkLst>
        </pc:spChg>
        <pc:spChg chg="add mod">
          <ac:chgData name="franek mski" userId="6d8aa42489c2a54b" providerId="LiveId" clId="{29398968-C249-457B-BACC-F0950554BB0C}" dt="2026-10-16T03:00:48.618" v="5886" actId="208"/>
          <ac:spMkLst>
            <pc:docMk/>
            <pc:sldMk cId="3890383548" sldId="262"/>
            <ac:spMk id="4" creationId="{846063DE-59AC-0F27-6613-F94ADEA4FF1E}"/>
          </ac:spMkLst>
        </pc:spChg>
        <pc:spChg chg="add mod">
          <ac:chgData name="franek mski" userId="6d8aa42489c2a54b" providerId="LiveId" clId="{29398968-C249-457B-BACC-F0950554BB0C}" dt="2026-10-16T04:18:01.421" v="9872" actId="20577"/>
          <ac:spMkLst>
            <pc:docMk/>
            <pc:sldMk cId="3890383548" sldId="262"/>
            <ac:spMk id="5" creationId="{3EF52E98-B847-31E7-ADDE-0F2880B3F6F7}"/>
          </ac:spMkLst>
        </pc:spChg>
        <pc:spChg chg="add mod">
          <ac:chgData name="franek mski" userId="6d8aa42489c2a54b" providerId="LiveId" clId="{29398968-C249-457B-BACC-F0950554BB0C}" dt="2026-10-16T03:03:49.276" v="6138" actId="767"/>
          <ac:spMkLst>
            <pc:docMk/>
            <pc:sldMk cId="3890383548" sldId="262"/>
            <ac:spMk id="6" creationId="{51975985-B000-B4CF-3623-E239E3F93B55}"/>
          </ac:spMkLst>
        </pc:spChg>
      </pc:sldChg>
      <pc:sldChg chg="addSp delSp modSp new mod">
        <pc:chgData name="franek mski" userId="6d8aa42489c2a54b" providerId="LiveId" clId="{29398968-C249-457B-BACC-F0950554BB0C}" dt="2026-10-16T03:20:49.626" v="7553" actId="20577"/>
        <pc:sldMkLst>
          <pc:docMk/>
          <pc:sldMk cId="61435581" sldId="263"/>
        </pc:sldMkLst>
        <pc:spChg chg="mod">
          <ac:chgData name="franek mski" userId="6d8aa42489c2a54b" providerId="LiveId" clId="{29398968-C249-457B-BACC-F0950554BB0C}" dt="2026-10-16T03:04:29.156" v="6209" actId="1076"/>
          <ac:spMkLst>
            <pc:docMk/>
            <pc:sldMk cId="61435581" sldId="263"/>
            <ac:spMk id="2" creationId="{DA78EB38-9C51-376F-4AC6-F9C5E2CF98C4}"/>
          </ac:spMkLst>
        </pc:spChg>
        <pc:spChg chg="del mod">
          <ac:chgData name="franek mski" userId="6d8aa42489c2a54b" providerId="LiveId" clId="{29398968-C249-457B-BACC-F0950554BB0C}" dt="2026-10-16T03:04:32.946" v="6211" actId="478"/>
          <ac:spMkLst>
            <pc:docMk/>
            <pc:sldMk cId="61435581" sldId="263"/>
            <ac:spMk id="3" creationId="{1FA225E4-17B4-ED2C-F9EF-431D0C5D3C65}"/>
          </ac:spMkLst>
        </pc:spChg>
        <pc:spChg chg="add mod">
          <ac:chgData name="franek mski" userId="6d8aa42489c2a54b" providerId="LiveId" clId="{29398968-C249-457B-BACC-F0950554BB0C}" dt="2026-10-16T03:04:41.770" v="6212" actId="767"/>
          <ac:spMkLst>
            <pc:docMk/>
            <pc:sldMk cId="61435581" sldId="263"/>
            <ac:spMk id="4" creationId="{23F2A8F8-E1AD-E7E3-1E91-2F4D5BD49527}"/>
          </ac:spMkLst>
        </pc:spChg>
        <pc:spChg chg="add mod">
          <ac:chgData name="franek mski" userId="6d8aa42489c2a54b" providerId="LiveId" clId="{29398968-C249-457B-BACC-F0950554BB0C}" dt="2026-10-16T03:05:21.360" v="6216" actId="207"/>
          <ac:spMkLst>
            <pc:docMk/>
            <pc:sldMk cId="61435581" sldId="263"/>
            <ac:spMk id="5" creationId="{81966091-DB25-90EE-A761-A7B01F1FA7C7}"/>
          </ac:spMkLst>
        </pc:spChg>
        <pc:spChg chg="add mod">
          <ac:chgData name="franek mski" userId="6d8aa42489c2a54b" providerId="LiveId" clId="{29398968-C249-457B-BACC-F0950554BB0C}" dt="2026-10-16T03:20:49.626" v="7553" actId="20577"/>
          <ac:spMkLst>
            <pc:docMk/>
            <pc:sldMk cId="61435581" sldId="263"/>
            <ac:spMk id="6" creationId="{AD913BA9-0B39-B645-CC82-995D91720465}"/>
          </ac:spMkLst>
        </pc:spChg>
      </pc:sldChg>
      <pc:sldChg chg="addSp delSp modSp new mod">
        <pc:chgData name="franek mski" userId="6d8aa42489c2a54b" providerId="LiveId" clId="{29398968-C249-457B-BACC-F0950554BB0C}" dt="2026-10-16T04:04:38.926" v="9540" actId="20577"/>
        <pc:sldMkLst>
          <pc:docMk/>
          <pc:sldMk cId="1038340474" sldId="264"/>
        </pc:sldMkLst>
        <pc:spChg chg="mod">
          <ac:chgData name="franek mski" userId="6d8aa42489c2a54b" providerId="LiveId" clId="{29398968-C249-457B-BACC-F0950554BB0C}" dt="2026-10-16T03:43:44.142" v="8570" actId="122"/>
          <ac:spMkLst>
            <pc:docMk/>
            <pc:sldMk cId="1038340474" sldId="264"/>
            <ac:spMk id="2" creationId="{6D5759DA-C1BE-1EB9-A05B-81B9C8B6848C}"/>
          </ac:spMkLst>
        </pc:spChg>
        <pc:spChg chg="del">
          <ac:chgData name="franek mski" userId="6d8aa42489c2a54b" providerId="LiveId" clId="{29398968-C249-457B-BACC-F0950554BB0C}" dt="2026-10-16T03:33:13.208" v="7607" actId="478"/>
          <ac:spMkLst>
            <pc:docMk/>
            <pc:sldMk cId="1038340474" sldId="264"/>
            <ac:spMk id="3" creationId="{532209FF-0FE0-473A-5EC6-F61957BFACF3}"/>
          </ac:spMkLst>
        </pc:spChg>
        <pc:spChg chg="add mod">
          <ac:chgData name="franek mski" userId="6d8aa42489c2a54b" providerId="LiveId" clId="{29398968-C249-457B-BACC-F0950554BB0C}" dt="2026-10-16T03:33:29.802" v="7610" actId="208"/>
          <ac:spMkLst>
            <pc:docMk/>
            <pc:sldMk cId="1038340474" sldId="264"/>
            <ac:spMk id="4" creationId="{EC0FC210-D844-9196-DFEE-CA35953C89CA}"/>
          </ac:spMkLst>
        </pc:spChg>
        <pc:spChg chg="add mod">
          <ac:chgData name="franek mski" userId="6d8aa42489c2a54b" providerId="LiveId" clId="{29398968-C249-457B-BACC-F0950554BB0C}" dt="2026-10-16T04:04:38.926" v="9540" actId="20577"/>
          <ac:spMkLst>
            <pc:docMk/>
            <pc:sldMk cId="1038340474" sldId="264"/>
            <ac:spMk id="5" creationId="{9642A0D7-6989-6489-82BE-E98C11D80B2F}"/>
          </ac:spMkLst>
        </pc:spChg>
      </pc:sldChg>
      <pc:sldChg chg="addSp delSp modSp new mod">
        <pc:chgData name="franek mski" userId="6d8aa42489c2a54b" providerId="LiveId" clId="{29398968-C249-457B-BACC-F0950554BB0C}" dt="2026-10-16T03:57:02.877" v="9420" actId="313"/>
        <pc:sldMkLst>
          <pc:docMk/>
          <pc:sldMk cId="3719481044" sldId="265"/>
        </pc:sldMkLst>
        <pc:spChg chg="mod">
          <ac:chgData name="franek mski" userId="6d8aa42489c2a54b" providerId="LiveId" clId="{29398968-C249-457B-BACC-F0950554BB0C}" dt="2026-10-16T03:43:51.290" v="8573" actId="122"/>
          <ac:spMkLst>
            <pc:docMk/>
            <pc:sldMk cId="3719481044" sldId="265"/>
            <ac:spMk id="2" creationId="{103FCD4E-45BA-ADFE-732E-C21EBC1F1A92}"/>
          </ac:spMkLst>
        </pc:spChg>
        <pc:spChg chg="del">
          <ac:chgData name="franek mski" userId="6d8aa42489c2a54b" providerId="LiveId" clId="{29398968-C249-457B-BACC-F0950554BB0C}" dt="2026-10-16T03:44:26.011" v="8574" actId="478"/>
          <ac:spMkLst>
            <pc:docMk/>
            <pc:sldMk cId="3719481044" sldId="265"/>
            <ac:spMk id="3" creationId="{4BA1F138-A0A2-424B-7294-33C97D03DED6}"/>
          </ac:spMkLst>
        </pc:spChg>
        <pc:spChg chg="add mod">
          <ac:chgData name="franek mski" userId="6d8aa42489c2a54b" providerId="LiveId" clId="{29398968-C249-457B-BACC-F0950554BB0C}" dt="2026-10-16T03:45:00.257" v="8581" actId="208"/>
          <ac:spMkLst>
            <pc:docMk/>
            <pc:sldMk cId="3719481044" sldId="265"/>
            <ac:spMk id="4" creationId="{5354E13D-B46E-6FEA-B25E-D1D04DFC7361}"/>
          </ac:spMkLst>
        </pc:spChg>
        <pc:spChg chg="add mod">
          <ac:chgData name="franek mski" userId="6d8aa42489c2a54b" providerId="LiveId" clId="{29398968-C249-457B-BACC-F0950554BB0C}" dt="2026-10-16T03:45:06.416" v="8583" actId="208"/>
          <ac:spMkLst>
            <pc:docMk/>
            <pc:sldMk cId="3719481044" sldId="265"/>
            <ac:spMk id="5" creationId="{7463565F-573B-4F66-6C4D-7074B26B311C}"/>
          </ac:spMkLst>
        </pc:spChg>
        <pc:spChg chg="add mod">
          <ac:chgData name="franek mski" userId="6d8aa42489c2a54b" providerId="LiveId" clId="{29398968-C249-457B-BACC-F0950554BB0C}" dt="2026-10-16T03:45:13.272" v="8585" actId="208"/>
          <ac:spMkLst>
            <pc:docMk/>
            <pc:sldMk cId="3719481044" sldId="265"/>
            <ac:spMk id="6" creationId="{1004BD68-97D9-D07E-974B-C83B06BC3B17}"/>
          </ac:spMkLst>
        </pc:spChg>
        <pc:spChg chg="add mod">
          <ac:chgData name="franek mski" userId="6d8aa42489c2a54b" providerId="LiveId" clId="{29398968-C249-457B-BACC-F0950554BB0C}" dt="2026-10-16T03:50:22.347" v="8807" actId="20577"/>
          <ac:spMkLst>
            <pc:docMk/>
            <pc:sldMk cId="3719481044" sldId="265"/>
            <ac:spMk id="7" creationId="{3BD9C1A0-76C6-69E3-63FC-1D9685C7AF54}"/>
          </ac:spMkLst>
        </pc:spChg>
        <pc:spChg chg="add mod">
          <ac:chgData name="franek mski" userId="6d8aa42489c2a54b" providerId="LiveId" clId="{29398968-C249-457B-BACC-F0950554BB0C}" dt="2026-10-16T03:51:48.796" v="8992" actId="20577"/>
          <ac:spMkLst>
            <pc:docMk/>
            <pc:sldMk cId="3719481044" sldId="265"/>
            <ac:spMk id="8" creationId="{56CAF805-1633-4724-9CEC-C0D7D2116945}"/>
          </ac:spMkLst>
        </pc:spChg>
        <pc:spChg chg="add mod">
          <ac:chgData name="franek mski" userId="6d8aa42489c2a54b" providerId="LiveId" clId="{29398968-C249-457B-BACC-F0950554BB0C}" dt="2026-10-16T03:54:42.081" v="9248" actId="20577"/>
          <ac:spMkLst>
            <pc:docMk/>
            <pc:sldMk cId="3719481044" sldId="265"/>
            <ac:spMk id="9" creationId="{8A5111E3-3C8B-4C55-1717-9DD7BADD8F2C}"/>
          </ac:spMkLst>
        </pc:spChg>
        <pc:spChg chg="add del mod">
          <ac:chgData name="franek mski" userId="6d8aa42489c2a54b" providerId="LiveId" clId="{29398968-C249-457B-BACC-F0950554BB0C}" dt="2026-10-16T03:55:50.704" v="9253"/>
          <ac:spMkLst>
            <pc:docMk/>
            <pc:sldMk cId="3719481044" sldId="265"/>
            <ac:spMk id="10" creationId="{606BCF64-B930-C7D6-7BAE-4E2124DD08FC}"/>
          </ac:spMkLst>
        </pc:spChg>
        <pc:spChg chg="add mod">
          <ac:chgData name="franek mski" userId="6d8aa42489c2a54b" providerId="LiveId" clId="{29398968-C249-457B-BACC-F0950554BB0C}" dt="2026-10-16T03:57:02.877" v="9420" actId="313"/>
          <ac:spMkLst>
            <pc:docMk/>
            <pc:sldMk cId="3719481044" sldId="265"/>
            <ac:spMk id="11" creationId="{F32E12B8-33B6-5B73-8FDA-E8E04E219955}"/>
          </ac:spMkLst>
        </pc:spChg>
      </pc:sldChg>
      <pc:sldChg chg="addSp delSp modSp new mod">
        <pc:chgData name="franek mski" userId="6d8aa42489c2a54b" providerId="LiveId" clId="{29398968-C249-457B-BACC-F0950554BB0C}" dt="2026-10-16T04:07:51.836" v="9552" actId="14100"/>
        <pc:sldMkLst>
          <pc:docMk/>
          <pc:sldMk cId="792254963" sldId="266"/>
        </pc:sldMkLst>
        <pc:spChg chg="mod">
          <ac:chgData name="franek mski" userId="6d8aa42489c2a54b" providerId="LiveId" clId="{29398968-C249-457B-BACC-F0950554BB0C}" dt="2026-10-16T04:07:31.818" v="9545" actId="1076"/>
          <ac:spMkLst>
            <pc:docMk/>
            <pc:sldMk cId="792254963" sldId="266"/>
            <ac:spMk id="2" creationId="{9D46DF78-A46B-9C1C-8450-15DD60D95583}"/>
          </ac:spMkLst>
        </pc:spChg>
        <pc:spChg chg="del">
          <ac:chgData name="franek mski" userId="6d8aa42489c2a54b" providerId="LiveId" clId="{29398968-C249-457B-BACC-F0950554BB0C}" dt="2026-10-16T03:57:58.227" v="9422" actId="22"/>
          <ac:spMkLst>
            <pc:docMk/>
            <pc:sldMk cId="792254963" sldId="266"/>
            <ac:spMk id="3" creationId="{F9BE7C13-B709-76AD-7DEA-EA163DFF7FB5}"/>
          </ac:spMkLst>
        </pc:spChg>
        <pc:picChg chg="add mod">
          <ac:chgData name="franek mski" userId="6d8aa42489c2a54b" providerId="LiveId" clId="{29398968-C249-457B-BACC-F0950554BB0C}" dt="2026-10-16T04:07:51.836" v="9552" actId="14100"/>
          <ac:picMkLst>
            <pc:docMk/>
            <pc:sldMk cId="792254963" sldId="266"/>
            <ac:picMk id="4" creationId="{78F2E96D-4033-3ADD-A820-24554F6E7D8C}"/>
          </ac:picMkLst>
        </pc:picChg>
        <pc:picChg chg="add mod ord">
          <ac:chgData name="franek mski" userId="6d8aa42489c2a54b" providerId="LiveId" clId="{29398968-C249-457B-BACC-F0950554BB0C}" dt="2026-10-16T03:59:11.376" v="9464" actId="1076"/>
          <ac:picMkLst>
            <pc:docMk/>
            <pc:sldMk cId="792254963" sldId="266"/>
            <ac:picMk id="5" creationId="{FA138443-4862-A9C7-5F73-F46CED726CF2}"/>
          </ac:picMkLst>
        </pc:picChg>
        <pc:picChg chg="add mod">
          <ac:chgData name="franek mski" userId="6d8aa42489c2a54b" providerId="LiveId" clId="{29398968-C249-457B-BACC-F0950554BB0C}" dt="2026-10-16T04:07:46.967" v="9550" actId="1076"/>
          <ac:picMkLst>
            <pc:docMk/>
            <pc:sldMk cId="792254963" sldId="266"/>
            <ac:picMk id="7" creationId="{F3961268-6B39-E097-8D40-61E75F2F06F8}"/>
          </ac:picMkLst>
        </pc:picChg>
      </pc:sldChg>
      <pc:sldChg chg="modSp new del mod">
        <pc:chgData name="franek mski" userId="6d8aa42489c2a54b" providerId="LiveId" clId="{29398968-C249-457B-BACC-F0950554BB0C}" dt="2026-10-16T04:38:12.588" v="9892" actId="2696"/>
        <pc:sldMkLst>
          <pc:docMk/>
          <pc:sldMk cId="2670955496" sldId="267"/>
        </pc:sldMkLst>
        <pc:spChg chg="mod">
          <ac:chgData name="franek mski" userId="6d8aa42489c2a54b" providerId="LiveId" clId="{29398968-C249-457B-BACC-F0950554BB0C}" dt="2026-10-16T04:33:58.109" v="9889" actId="20577"/>
          <ac:spMkLst>
            <pc:docMk/>
            <pc:sldMk cId="2670955496" sldId="267"/>
            <ac:spMk id="2" creationId="{3E3CB997-EDB1-5F86-CAA3-08695003357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DB05-02FD-651E-0868-49DF3C60D9B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ECE4459D-22F3-7D99-A7B3-ED67FBE90F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132957F-233C-29FC-7EF6-D98635E19C0E}"/>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5" name="Footer Placeholder 4">
            <a:extLst>
              <a:ext uri="{FF2B5EF4-FFF2-40B4-BE49-F238E27FC236}">
                <a16:creationId xmlns:a16="http://schemas.microsoft.com/office/drawing/2014/main" id="{57A8ADE8-3D7C-1218-9058-15665AF8309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8C5BDC-8105-D102-13A1-81E6F991922E}"/>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382881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6454F-38AF-C7F8-275D-B6A37EF0A53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D9C1964-2741-2BA3-BF66-A56E100DEB2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3CB76AE-11CA-C1BB-FF3F-143772136EF9}"/>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5" name="Footer Placeholder 4">
            <a:extLst>
              <a:ext uri="{FF2B5EF4-FFF2-40B4-BE49-F238E27FC236}">
                <a16:creationId xmlns:a16="http://schemas.microsoft.com/office/drawing/2014/main" id="{9F477266-E450-788D-9CCC-8BF1D6CEFA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65D815-3126-5495-8D91-8C929F00B446}"/>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583582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A1AAC-14B6-066E-588A-5BDD93CDBC8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91A1591F-1507-CDC2-2A71-933830D86F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2B42902-5568-0D5B-465B-0958FD237C45}"/>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5" name="Footer Placeholder 4">
            <a:extLst>
              <a:ext uri="{FF2B5EF4-FFF2-40B4-BE49-F238E27FC236}">
                <a16:creationId xmlns:a16="http://schemas.microsoft.com/office/drawing/2014/main" id="{006A6F37-807B-4C0B-AE9D-8453998BB6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BA581F-0ACE-9F9D-45D8-932502919E45}"/>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1988653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264C8-E41D-13F6-A3F5-10573B3D715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4F72F9F-B922-85A1-B5AF-FE4E29E3260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80CECD9-74B9-218C-F948-512D953085C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5456AAF-B33D-B585-AE4A-D92CD5ACAC5C}"/>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6" name="Footer Placeholder 5">
            <a:extLst>
              <a:ext uri="{FF2B5EF4-FFF2-40B4-BE49-F238E27FC236}">
                <a16:creationId xmlns:a16="http://schemas.microsoft.com/office/drawing/2014/main" id="{1D4885D2-32BA-FE5D-CCF2-ACF0E3880C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726904-A053-5D63-FCAD-373E4D21AE90}"/>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1681492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6A36C-E75B-0439-DC83-E1CE38B75D4E}"/>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A69604D-6662-0B4B-1A8A-DFEE2F3D88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2E75C9-34B6-6A18-4CDF-5C069E4A10A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485A487D-BF34-079B-7E9C-A6B91E8703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E4FD8D9-786C-8490-100A-1B9B74F2CAE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49DFE88-DB12-FF71-01F1-C9043D9D9DAF}"/>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8" name="Footer Placeholder 7">
            <a:extLst>
              <a:ext uri="{FF2B5EF4-FFF2-40B4-BE49-F238E27FC236}">
                <a16:creationId xmlns:a16="http://schemas.microsoft.com/office/drawing/2014/main" id="{084A6AE5-79E9-F662-2375-B2F85F0FBC1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7C2D916-2F11-EB09-278D-9BD2FCD489C5}"/>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2042492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C21AC-17A6-F6A8-64DE-B435BD9AD8BF}"/>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631F53F-08A9-6BF7-9702-8C22765894E7}"/>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4" name="Footer Placeholder 3">
            <a:extLst>
              <a:ext uri="{FF2B5EF4-FFF2-40B4-BE49-F238E27FC236}">
                <a16:creationId xmlns:a16="http://schemas.microsoft.com/office/drawing/2014/main" id="{EB21E3EF-0539-3D1D-C0B2-CF988486AA8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9864D5E-534C-0CEE-D5DE-4EB235C80BAB}"/>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3967466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423E80-D901-01C4-2FC3-A1960DEDC851}"/>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3" name="Footer Placeholder 2">
            <a:extLst>
              <a:ext uri="{FF2B5EF4-FFF2-40B4-BE49-F238E27FC236}">
                <a16:creationId xmlns:a16="http://schemas.microsoft.com/office/drawing/2014/main" id="{EE46AA2A-891F-C988-0D42-EBDA4AAC0DF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E6E0AF2-39BF-0A54-ADB8-CA88D439ECFD}"/>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4002766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E4B8-0B53-903D-EA11-575E863284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8575DE3-AB13-1AB3-003C-B7266F2E4F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87A455E-FB80-FACF-72D0-2792DAF2AA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695F81-2228-2B89-CBAC-D4A654B61CE5}"/>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6" name="Footer Placeholder 5">
            <a:extLst>
              <a:ext uri="{FF2B5EF4-FFF2-40B4-BE49-F238E27FC236}">
                <a16:creationId xmlns:a16="http://schemas.microsoft.com/office/drawing/2014/main" id="{68A25330-BA87-E601-6E81-916CB01954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D65E2F8-54FE-1088-9E45-C665345F1044}"/>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1647391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885E-98A6-B758-C21C-6202E4F7030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C1AD68B-0AD5-C2E8-2EA8-5E7E579EF7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A1C16F8-0081-4CB9-A8F1-CB15298A31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56FF60A-081F-477F-D7D4-A3E5B6057C09}"/>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6" name="Footer Placeholder 5">
            <a:extLst>
              <a:ext uri="{FF2B5EF4-FFF2-40B4-BE49-F238E27FC236}">
                <a16:creationId xmlns:a16="http://schemas.microsoft.com/office/drawing/2014/main" id="{E09F1C1A-C5AF-B425-51C9-4B403000FFF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769BF06-A461-BB0F-4032-96ED7B206FD0}"/>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1438031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E2277-13F4-68FB-D169-7D06EF7FF7C9}"/>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DF7869FA-EFF6-9D47-82F7-BA1FCE3ABD0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E780BCF-1AB1-81D8-AD47-181C40094BA8}"/>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5" name="Footer Placeholder 4">
            <a:extLst>
              <a:ext uri="{FF2B5EF4-FFF2-40B4-BE49-F238E27FC236}">
                <a16:creationId xmlns:a16="http://schemas.microsoft.com/office/drawing/2014/main" id="{2428F582-556E-9490-42B6-CD0115AF68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F2A03C-86B7-D5DD-F73D-A22C96255D50}"/>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1369031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D15D47-D05E-C043-299F-C462C31739A9}"/>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213B4DB-CAE6-4A4C-E779-9ABC2696C59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9C78872-3CFF-1D74-A911-EF92E77BB17A}"/>
              </a:ext>
            </a:extLst>
          </p:cNvPr>
          <p:cNvSpPr>
            <a:spLocks noGrp="1"/>
          </p:cNvSpPr>
          <p:nvPr>
            <p:ph type="dt" sz="half" idx="10"/>
          </p:nvPr>
        </p:nvSpPr>
        <p:spPr/>
        <p:txBody>
          <a:bodyPr/>
          <a:lstStyle/>
          <a:p>
            <a:fld id="{4C8141EC-35BF-426C-AADD-8E91B5EDBDA7}" type="datetimeFigureOut">
              <a:rPr lang="en-GB" smtClean="0"/>
              <a:t>16/10/2026</a:t>
            </a:fld>
            <a:endParaRPr lang="en-GB"/>
          </a:p>
        </p:txBody>
      </p:sp>
      <p:sp>
        <p:nvSpPr>
          <p:cNvPr id="5" name="Footer Placeholder 4">
            <a:extLst>
              <a:ext uri="{FF2B5EF4-FFF2-40B4-BE49-F238E27FC236}">
                <a16:creationId xmlns:a16="http://schemas.microsoft.com/office/drawing/2014/main" id="{4455ADE8-EE1C-FA4D-5DD1-1E5B08AB43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DBB38C3-A9E6-8872-F9E1-9ADABBB54870}"/>
              </a:ext>
            </a:extLst>
          </p:cNvPr>
          <p:cNvSpPr>
            <a:spLocks noGrp="1"/>
          </p:cNvSpPr>
          <p:nvPr>
            <p:ph type="sldNum" sz="quarter" idx="12"/>
          </p:nvPr>
        </p:nvSpPr>
        <p:spPr/>
        <p:txBody>
          <a:bodyPr/>
          <a:lstStyle/>
          <a:p>
            <a:fld id="{D96A034F-A7C1-456B-97EF-5313AC09E44B}" type="slidenum">
              <a:rPr lang="en-GB" smtClean="0"/>
              <a:t>‹#›</a:t>
            </a:fld>
            <a:endParaRPr lang="en-GB"/>
          </a:p>
        </p:txBody>
      </p:sp>
    </p:spTree>
    <p:extLst>
      <p:ext uri="{BB962C8B-B14F-4D97-AF65-F5344CB8AC3E}">
        <p14:creationId xmlns:p14="http://schemas.microsoft.com/office/powerpoint/2010/main" val="4059029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69EDDC-4901-3C92-716A-42182806D0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20AC78FC-443B-AC29-CA3C-F03B21430C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72CC84B-FED4-8254-D2A5-C42E2C05A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8141EC-35BF-426C-AADD-8E91B5EDBDA7}" type="datetimeFigureOut">
              <a:rPr lang="en-GB" smtClean="0"/>
              <a:t>16/10/2026</a:t>
            </a:fld>
            <a:endParaRPr lang="en-GB"/>
          </a:p>
        </p:txBody>
      </p:sp>
      <p:sp>
        <p:nvSpPr>
          <p:cNvPr id="5" name="Footer Placeholder 4">
            <a:extLst>
              <a:ext uri="{FF2B5EF4-FFF2-40B4-BE49-F238E27FC236}">
                <a16:creationId xmlns:a16="http://schemas.microsoft.com/office/drawing/2014/main" id="{C892FF8F-7AD8-EAD9-3C4D-7858B0CFD0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BB7A600-98C1-28F1-CD92-5CC060DF48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6A034F-A7C1-456B-97EF-5313AC09E44B}" type="slidenum">
              <a:rPr lang="en-GB" smtClean="0"/>
              <a:t>‹#›</a:t>
            </a:fld>
            <a:endParaRPr lang="en-GB"/>
          </a:p>
        </p:txBody>
      </p:sp>
    </p:spTree>
    <p:extLst>
      <p:ext uri="{BB962C8B-B14F-4D97-AF65-F5344CB8AC3E}">
        <p14:creationId xmlns:p14="http://schemas.microsoft.com/office/powerpoint/2010/main" val="259761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BCABD-8104-BB92-736D-F2F4B86FE736}"/>
              </a:ext>
            </a:extLst>
          </p:cNvPr>
          <p:cNvSpPr>
            <a:spLocks noGrp="1"/>
          </p:cNvSpPr>
          <p:nvPr>
            <p:ph type="ctrTitle"/>
          </p:nvPr>
        </p:nvSpPr>
        <p:spPr/>
        <p:txBody>
          <a:bodyPr/>
          <a:lstStyle/>
          <a:p>
            <a:r>
              <a:rPr lang="en-GB" dirty="0"/>
              <a:t>“A Predictive-Text Interface for BCIs”</a:t>
            </a:r>
          </a:p>
        </p:txBody>
      </p:sp>
      <p:sp>
        <p:nvSpPr>
          <p:cNvPr id="3" name="Subtitle 2">
            <a:extLst>
              <a:ext uri="{FF2B5EF4-FFF2-40B4-BE49-F238E27FC236}">
                <a16:creationId xmlns:a16="http://schemas.microsoft.com/office/drawing/2014/main" id="{FBEF8158-AFDD-A79B-F647-5ECBF560A141}"/>
              </a:ext>
            </a:extLst>
          </p:cNvPr>
          <p:cNvSpPr>
            <a:spLocks noGrp="1"/>
          </p:cNvSpPr>
          <p:nvPr>
            <p:ph type="subTitle" idx="1"/>
          </p:nvPr>
        </p:nvSpPr>
        <p:spPr/>
        <p:txBody>
          <a:bodyPr/>
          <a:lstStyle/>
          <a:p>
            <a:r>
              <a:rPr lang="en-GB" dirty="0"/>
              <a:t>Student: Franciszek Mierzejewski (MIERZ75605)</a:t>
            </a:r>
          </a:p>
          <a:p>
            <a:r>
              <a:rPr lang="en-GB" dirty="0"/>
              <a:t>Supervisor: Dr Ian Daly</a:t>
            </a:r>
          </a:p>
        </p:txBody>
      </p:sp>
    </p:spTree>
    <p:extLst>
      <p:ext uri="{BB962C8B-B14F-4D97-AF65-F5344CB8AC3E}">
        <p14:creationId xmlns:p14="http://schemas.microsoft.com/office/powerpoint/2010/main" val="425128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3840-58E7-B991-C9B8-18F7C808AB6E}"/>
              </a:ext>
            </a:extLst>
          </p:cNvPr>
          <p:cNvSpPr>
            <a:spLocks noGrp="1"/>
          </p:cNvSpPr>
          <p:nvPr>
            <p:ph type="title"/>
          </p:nvPr>
        </p:nvSpPr>
        <p:spPr/>
        <p:txBody>
          <a:bodyPr/>
          <a:lstStyle/>
          <a:p>
            <a:r>
              <a:rPr lang="en-GB" dirty="0"/>
              <a:t>Unassisted P300 Spellers Fall 70% Below Subjects With ALS Demands</a:t>
            </a:r>
          </a:p>
        </p:txBody>
      </p:sp>
      <p:sp>
        <p:nvSpPr>
          <p:cNvPr id="4" name="Rectangle: Rounded Corners 3">
            <a:extLst>
              <a:ext uri="{FF2B5EF4-FFF2-40B4-BE49-F238E27FC236}">
                <a16:creationId xmlns:a16="http://schemas.microsoft.com/office/drawing/2014/main" id="{BDE4C4B5-0996-ED35-88DC-D140633622FC}"/>
              </a:ext>
            </a:extLst>
          </p:cNvPr>
          <p:cNvSpPr/>
          <p:nvPr/>
        </p:nvSpPr>
        <p:spPr>
          <a:xfrm>
            <a:off x="1622323" y="2034963"/>
            <a:ext cx="3421626" cy="241873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400" b="1" dirty="0"/>
              <a:t>DEMAND</a:t>
            </a:r>
          </a:p>
          <a:p>
            <a:pPr algn="ctr"/>
            <a:endParaRPr lang="en-GB" b="1" dirty="0"/>
          </a:p>
          <a:p>
            <a:pPr algn="ctr"/>
            <a:r>
              <a:rPr lang="en-GB" sz="2000" b="1" dirty="0"/>
              <a:t>15-19 Characters/Minute Required</a:t>
            </a:r>
          </a:p>
          <a:p>
            <a:pPr algn="ctr"/>
            <a:endParaRPr lang="en-GB" dirty="0"/>
          </a:p>
          <a:p>
            <a:pPr algn="ctr"/>
            <a:r>
              <a:rPr lang="en-GB" sz="1100" i="1" dirty="0"/>
              <a:t>Survey of 61 ALS patients (Huggins et al., 2011) showed 72% require &gt;= 15-19 letters/minute with &gt;= 90% accuracy for daily independence.</a:t>
            </a:r>
          </a:p>
        </p:txBody>
      </p:sp>
      <p:sp>
        <p:nvSpPr>
          <p:cNvPr id="5" name="Content Placeholder 4">
            <a:extLst>
              <a:ext uri="{FF2B5EF4-FFF2-40B4-BE49-F238E27FC236}">
                <a16:creationId xmlns:a16="http://schemas.microsoft.com/office/drawing/2014/main" id="{80684140-4052-F63F-BE11-820DD8E59807}"/>
              </a:ext>
            </a:extLst>
          </p:cNvPr>
          <p:cNvSpPr>
            <a:spLocks noGrp="1"/>
          </p:cNvSpPr>
          <p:nvPr>
            <p:ph idx="1"/>
          </p:nvPr>
        </p:nvSpPr>
        <p:spPr>
          <a:xfrm>
            <a:off x="7302912" y="2034963"/>
            <a:ext cx="3421626" cy="2418735"/>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normAutofit/>
          </a:bodyPr>
          <a:lstStyle/>
          <a:p>
            <a:pPr marL="0" indent="0" algn="ctr">
              <a:buNone/>
            </a:pPr>
            <a:r>
              <a:rPr lang="en-GB" sz="1400" b="1" dirty="0"/>
              <a:t>REALITY</a:t>
            </a:r>
          </a:p>
          <a:p>
            <a:pPr marL="0" indent="0" algn="ctr">
              <a:buNone/>
            </a:pPr>
            <a:endParaRPr lang="en-GB" sz="1800" b="1" dirty="0"/>
          </a:p>
          <a:p>
            <a:pPr marL="0" indent="0" algn="ctr">
              <a:buNone/>
            </a:pPr>
            <a:r>
              <a:rPr lang="en-GB" sz="2000" b="1" dirty="0"/>
              <a:t>2.0 – 5.0 Characters/Minute Achieved</a:t>
            </a:r>
          </a:p>
          <a:p>
            <a:pPr marL="0" indent="0" algn="ctr">
              <a:buNone/>
            </a:pPr>
            <a:endParaRPr lang="en-GB" sz="1100" i="1" dirty="0"/>
          </a:p>
        </p:txBody>
      </p:sp>
      <p:sp>
        <p:nvSpPr>
          <p:cNvPr id="8" name="TextBox 7">
            <a:extLst>
              <a:ext uri="{FF2B5EF4-FFF2-40B4-BE49-F238E27FC236}">
                <a16:creationId xmlns:a16="http://schemas.microsoft.com/office/drawing/2014/main" id="{8F93070A-2F3F-1E69-9218-D0384621E9C5}"/>
              </a:ext>
            </a:extLst>
          </p:cNvPr>
          <p:cNvSpPr txBox="1"/>
          <p:nvPr/>
        </p:nvSpPr>
        <p:spPr>
          <a:xfrm>
            <a:off x="5346291" y="3244331"/>
            <a:ext cx="6007509" cy="369332"/>
          </a:xfrm>
          <a:prstGeom prst="rect">
            <a:avLst/>
          </a:prstGeom>
          <a:noFill/>
        </p:spPr>
        <p:txBody>
          <a:bodyPr wrap="square" rtlCol="0">
            <a:spAutoFit/>
          </a:bodyPr>
          <a:lstStyle/>
          <a:p>
            <a:r>
              <a:rPr lang="en-GB" b="1" dirty="0"/>
              <a:t>74% Shortfall</a:t>
            </a:r>
          </a:p>
        </p:txBody>
      </p:sp>
      <p:sp>
        <p:nvSpPr>
          <p:cNvPr id="9" name="Rectangle: Rounded Corners 8">
            <a:extLst>
              <a:ext uri="{FF2B5EF4-FFF2-40B4-BE49-F238E27FC236}">
                <a16:creationId xmlns:a16="http://schemas.microsoft.com/office/drawing/2014/main" id="{E153834B-085D-0A55-E552-98F64466D1B6}"/>
              </a:ext>
            </a:extLst>
          </p:cNvPr>
          <p:cNvSpPr/>
          <p:nvPr/>
        </p:nvSpPr>
        <p:spPr>
          <a:xfrm>
            <a:off x="373626" y="4758813"/>
            <a:ext cx="11602064" cy="1858297"/>
          </a:xfrm>
          <a:prstGeom prst="roundRect">
            <a:avLst/>
          </a:prstGeom>
          <a:ln>
            <a:solidFill>
              <a:srgbClr val="002060"/>
            </a:solidFill>
          </a:ln>
        </p:spPr>
        <p:style>
          <a:lnRef idx="2">
            <a:schemeClr val="accent6"/>
          </a:lnRef>
          <a:fillRef idx="1">
            <a:schemeClr val="lt1"/>
          </a:fillRef>
          <a:effectRef idx="0">
            <a:schemeClr val="accent6"/>
          </a:effectRef>
          <a:fontRef idx="minor">
            <a:schemeClr val="dk1"/>
          </a:fontRef>
        </p:style>
        <p:txBody>
          <a:bodyPr rtlCol="0" anchor="ctr"/>
          <a:lstStyle/>
          <a:p>
            <a:r>
              <a:rPr lang="en-GB" b="1" dirty="0"/>
              <a:t>Physiological Ceiling</a:t>
            </a:r>
            <a:r>
              <a:rPr lang="en-GB" dirty="0"/>
              <a:t>: Classifiers require 15 to 30 seconds of repetitive stimulus intensification per character to average out background noise.</a:t>
            </a:r>
          </a:p>
          <a:p>
            <a:r>
              <a:rPr lang="en-GB" b="1" dirty="0"/>
              <a:t>Cognitive Exhaustion</a:t>
            </a:r>
            <a:r>
              <a:rPr lang="en-GB" dirty="0"/>
              <a:t>: Typing a 50-word email at 3.5 characters/minute requires 1h 11minutes of sustained, intense visual fixation – causing significant mental fatigue, eye strain and loss of attention.</a:t>
            </a:r>
          </a:p>
          <a:p>
            <a:r>
              <a:rPr lang="en-GB" b="1" dirty="0"/>
              <a:t>Solution Space:</a:t>
            </a:r>
            <a:r>
              <a:rPr lang="en-GB" dirty="0"/>
              <a:t> By integrating context-aware predictive language modelling, we can eliminate character selections and accelerate communication.</a:t>
            </a:r>
          </a:p>
        </p:txBody>
      </p:sp>
    </p:spTree>
    <p:extLst>
      <p:ext uri="{BB962C8B-B14F-4D97-AF65-F5344CB8AC3E}">
        <p14:creationId xmlns:p14="http://schemas.microsoft.com/office/powerpoint/2010/main" val="2164601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E2F63-B6E3-75F0-06B9-5FBDCD5BE2AD}"/>
              </a:ext>
            </a:extLst>
          </p:cNvPr>
          <p:cNvSpPr>
            <a:spLocks noGrp="1"/>
          </p:cNvSpPr>
          <p:nvPr>
            <p:ph type="title"/>
          </p:nvPr>
        </p:nvSpPr>
        <p:spPr/>
        <p:txBody>
          <a:bodyPr/>
          <a:lstStyle/>
          <a:p>
            <a:r>
              <a:rPr lang="en-GB" dirty="0"/>
              <a:t>P300 Foundations Establish </a:t>
            </a:r>
            <a:r>
              <a:rPr lang="en-GB" dirty="0" err="1"/>
              <a:t>Feasability</a:t>
            </a:r>
            <a:r>
              <a:rPr lang="en-GB" dirty="0"/>
              <a:t> but Suffer Severe Interaction Bottlenecks</a:t>
            </a:r>
          </a:p>
        </p:txBody>
      </p:sp>
      <p:sp>
        <p:nvSpPr>
          <p:cNvPr id="5" name="Rectangle: Rounded Corners 4">
            <a:extLst>
              <a:ext uri="{FF2B5EF4-FFF2-40B4-BE49-F238E27FC236}">
                <a16:creationId xmlns:a16="http://schemas.microsoft.com/office/drawing/2014/main" id="{BC7E085A-1A8A-C0FA-1725-4C246BC87739}"/>
              </a:ext>
            </a:extLst>
          </p:cNvPr>
          <p:cNvSpPr/>
          <p:nvPr/>
        </p:nvSpPr>
        <p:spPr>
          <a:xfrm>
            <a:off x="265470" y="1986502"/>
            <a:ext cx="3667433" cy="4506371"/>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D3944E88-0728-59B7-A4B6-EFF57414883A}"/>
              </a:ext>
            </a:extLst>
          </p:cNvPr>
          <p:cNvSpPr txBox="1"/>
          <p:nvPr/>
        </p:nvSpPr>
        <p:spPr>
          <a:xfrm>
            <a:off x="410499" y="2094270"/>
            <a:ext cx="3522404" cy="3970318"/>
          </a:xfrm>
          <a:prstGeom prst="rect">
            <a:avLst/>
          </a:prstGeom>
          <a:noFill/>
        </p:spPr>
        <p:txBody>
          <a:bodyPr wrap="square" rtlCol="0">
            <a:spAutoFit/>
          </a:bodyPr>
          <a:lstStyle/>
          <a:p>
            <a:pPr algn="ctr"/>
            <a:r>
              <a:rPr lang="en-GB" b="1" dirty="0"/>
              <a:t>Farwell &amp; </a:t>
            </a:r>
            <a:r>
              <a:rPr lang="en-GB" b="1" dirty="0" err="1"/>
              <a:t>Donchin</a:t>
            </a:r>
            <a:r>
              <a:rPr lang="en-GB" b="1" dirty="0"/>
              <a:t> (1988)</a:t>
            </a:r>
          </a:p>
          <a:p>
            <a:endParaRPr lang="en-GB" dirty="0"/>
          </a:p>
          <a:p>
            <a:pPr marL="285750" indent="-285750">
              <a:buFont typeface="Arial" panose="020B0604020202020204" pitchFamily="34" charset="0"/>
              <a:buChar char="•"/>
            </a:pPr>
            <a:r>
              <a:rPr lang="en-GB" dirty="0"/>
              <a:t>System Design: 6x6 matrix, flashing col/row </a:t>
            </a:r>
            <a:r>
              <a:rPr lang="en-GB" dirty="0" err="1"/>
              <a:t>randomnly</a:t>
            </a:r>
            <a:r>
              <a:rPr lang="en-GB" dirty="0"/>
              <a:t> at 125/500ms ISI.</a:t>
            </a:r>
          </a:p>
          <a:p>
            <a:pPr marL="285750" indent="-285750">
              <a:buFont typeface="Arial" panose="020B0604020202020204" pitchFamily="34" charset="0"/>
              <a:buChar char="•"/>
            </a:pPr>
            <a:r>
              <a:rPr lang="en-GB" dirty="0"/>
              <a:t>Rare, attended target cell elicits positive P300 potential.</a:t>
            </a:r>
          </a:p>
          <a:p>
            <a:pPr marL="285750" indent="-285750">
              <a:buFont typeface="Arial" panose="020B0604020202020204" pitchFamily="34" charset="0"/>
              <a:buChar char="•"/>
            </a:pPr>
            <a:r>
              <a:rPr lang="en-GB" dirty="0"/>
              <a:t>Achieved 2.3 char/min at 95% accuracy</a:t>
            </a:r>
          </a:p>
          <a:p>
            <a:pPr marL="285750" indent="-285750">
              <a:buFont typeface="Arial" panose="020B0604020202020204" pitchFamily="34" charset="0"/>
              <a:buChar char="•"/>
            </a:pPr>
            <a:r>
              <a:rPr lang="en-GB" dirty="0"/>
              <a:t>Limitation: Single </a:t>
            </a:r>
            <a:r>
              <a:rPr lang="en-GB" dirty="0" err="1"/>
              <a:t>Pz</a:t>
            </a:r>
            <a:r>
              <a:rPr lang="en-GB" dirty="0"/>
              <a:t> electrode, with 4 healthy young individuals as cohort. No language constraints.</a:t>
            </a:r>
          </a:p>
          <a:p>
            <a:endParaRPr lang="en-GB" dirty="0"/>
          </a:p>
        </p:txBody>
      </p:sp>
      <p:sp>
        <p:nvSpPr>
          <p:cNvPr id="7" name="Rectangle: Rounded Corners 6">
            <a:extLst>
              <a:ext uri="{FF2B5EF4-FFF2-40B4-BE49-F238E27FC236}">
                <a16:creationId xmlns:a16="http://schemas.microsoft.com/office/drawing/2014/main" id="{4578DD56-53C3-EF01-D753-0417CD4BBEEC}"/>
              </a:ext>
            </a:extLst>
          </p:cNvPr>
          <p:cNvSpPr/>
          <p:nvPr/>
        </p:nvSpPr>
        <p:spPr>
          <a:xfrm>
            <a:off x="4117257" y="1986503"/>
            <a:ext cx="3667433" cy="4506372"/>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C5DF4C70-528C-9DF1-289B-287203AFCEFC}"/>
              </a:ext>
            </a:extLst>
          </p:cNvPr>
          <p:cNvSpPr/>
          <p:nvPr/>
        </p:nvSpPr>
        <p:spPr>
          <a:xfrm>
            <a:off x="8114072" y="1986503"/>
            <a:ext cx="3522405" cy="4506370"/>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EC7C8B07-7AD3-03DE-97FE-2E5B4552595F}"/>
              </a:ext>
            </a:extLst>
          </p:cNvPr>
          <p:cNvSpPr txBox="1"/>
          <p:nvPr/>
        </p:nvSpPr>
        <p:spPr>
          <a:xfrm>
            <a:off x="4262285" y="2094270"/>
            <a:ext cx="3522405" cy="8125301"/>
          </a:xfrm>
          <a:prstGeom prst="rect">
            <a:avLst/>
          </a:prstGeom>
          <a:noFill/>
        </p:spPr>
        <p:txBody>
          <a:bodyPr wrap="square" rtlCol="0">
            <a:spAutoFit/>
          </a:bodyPr>
          <a:lstStyle/>
          <a:p>
            <a:pPr algn="ctr"/>
            <a:r>
              <a:rPr lang="en-GB" b="1" dirty="0" err="1"/>
              <a:t>Wolpaw</a:t>
            </a:r>
            <a:r>
              <a:rPr lang="en-GB" b="1" dirty="0"/>
              <a:t> (2007)</a:t>
            </a:r>
          </a:p>
          <a:p>
            <a:endParaRPr lang="en-GB" b="1" dirty="0"/>
          </a:p>
          <a:p>
            <a:pPr marL="285750" indent="-285750">
              <a:buFont typeface="Arial" panose="020B0604020202020204" pitchFamily="34" charset="0"/>
              <a:buChar char="•"/>
            </a:pPr>
            <a:r>
              <a:rPr lang="en-GB" dirty="0"/>
              <a:t>User adapts brain patterns, algorithm adapts decoding – mutual adaption.</a:t>
            </a:r>
          </a:p>
          <a:p>
            <a:pPr marL="285750" indent="-285750">
              <a:buFont typeface="Arial" panose="020B0604020202020204" pitchFamily="34" charset="0"/>
              <a:buChar char="•"/>
            </a:pPr>
            <a:r>
              <a:rPr lang="en-GB" dirty="0"/>
              <a:t>BCI2000 standardised home system with simplified 16 channel electrode cap.</a:t>
            </a:r>
          </a:p>
          <a:p>
            <a:pPr marL="285750" indent="-285750">
              <a:buFont typeface="Arial" panose="020B0604020202020204" pitchFamily="34" charset="0"/>
              <a:buChar char="•"/>
            </a:pPr>
            <a:r>
              <a:rPr lang="en-GB" dirty="0"/>
              <a:t>Locked-In ALS patient used system (configurable) independently for 6-8h daily for email.</a:t>
            </a:r>
          </a:p>
          <a:p>
            <a:pPr marL="285750" indent="-285750">
              <a:buFont typeface="Arial" panose="020B0604020202020204" pitchFamily="34" charset="0"/>
              <a:buChar char="•"/>
            </a:pPr>
            <a:r>
              <a:rPr lang="en-GB" dirty="0"/>
              <a:t>Sequential menu creates latency on selection menu. Shortcuts required.</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b="1" dirty="0"/>
          </a:p>
          <a:p>
            <a:endParaRPr lang="en-GB" b="1" dirty="0"/>
          </a:p>
          <a:p>
            <a:endParaRPr lang="en-GB" b="1" dirty="0"/>
          </a:p>
          <a:p>
            <a:endParaRPr lang="en-GB" b="1" dirty="0"/>
          </a:p>
          <a:p>
            <a:endParaRPr lang="en-GB" b="1" dirty="0"/>
          </a:p>
          <a:p>
            <a:endParaRPr lang="en-GB" b="1" dirty="0"/>
          </a:p>
          <a:p>
            <a:endParaRPr lang="en-GB" b="1" dirty="0"/>
          </a:p>
          <a:p>
            <a:endParaRPr lang="en-GB" b="1" dirty="0"/>
          </a:p>
          <a:p>
            <a:endParaRPr lang="en-GB" b="1" dirty="0"/>
          </a:p>
          <a:p>
            <a:endParaRPr lang="en-GB" b="1" dirty="0"/>
          </a:p>
          <a:p>
            <a:endParaRPr lang="en-GB" b="1" dirty="0"/>
          </a:p>
          <a:p>
            <a:endParaRPr lang="en-GB" b="1" dirty="0"/>
          </a:p>
        </p:txBody>
      </p:sp>
      <p:sp>
        <p:nvSpPr>
          <p:cNvPr id="10" name="TextBox 9">
            <a:extLst>
              <a:ext uri="{FF2B5EF4-FFF2-40B4-BE49-F238E27FC236}">
                <a16:creationId xmlns:a16="http://schemas.microsoft.com/office/drawing/2014/main" id="{A0DC9D45-C994-D71F-D48A-9CCEEE4F2FEF}"/>
              </a:ext>
            </a:extLst>
          </p:cNvPr>
          <p:cNvSpPr txBox="1"/>
          <p:nvPr/>
        </p:nvSpPr>
        <p:spPr>
          <a:xfrm>
            <a:off x="8114072" y="2123766"/>
            <a:ext cx="3409334" cy="3693319"/>
          </a:xfrm>
          <a:prstGeom prst="rect">
            <a:avLst/>
          </a:prstGeom>
          <a:noFill/>
        </p:spPr>
        <p:txBody>
          <a:bodyPr wrap="square" rtlCol="0">
            <a:spAutoFit/>
          </a:bodyPr>
          <a:lstStyle/>
          <a:p>
            <a:pPr algn="ctr"/>
            <a:r>
              <a:rPr lang="en-GB" b="1" dirty="0" err="1"/>
              <a:t>Rezeika</a:t>
            </a:r>
            <a:r>
              <a:rPr lang="en-GB" b="1" dirty="0"/>
              <a:t> et al. (2018)</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dirty="0"/>
              <a:t>69 BCI speller studies analysed.</a:t>
            </a:r>
          </a:p>
          <a:p>
            <a:r>
              <a:rPr lang="en-GB" dirty="0"/>
              <a:t>	P300 = 65%</a:t>
            </a:r>
          </a:p>
          <a:p>
            <a:r>
              <a:rPr lang="en-GB" dirty="0"/>
              <a:t>	SSVEP = 23%</a:t>
            </a:r>
          </a:p>
          <a:p>
            <a:r>
              <a:rPr lang="en-GB" dirty="0"/>
              <a:t>	Motor Imagery = 6%</a:t>
            </a:r>
          </a:p>
          <a:p>
            <a:r>
              <a:rPr lang="en-GB" dirty="0"/>
              <a:t>	Hybrid = 6%</a:t>
            </a:r>
          </a:p>
          <a:p>
            <a:pPr marL="285750" indent="-285750">
              <a:buFont typeface="Arial" panose="020B0604020202020204" pitchFamily="34" charset="0"/>
              <a:buChar char="•"/>
            </a:pPr>
            <a:r>
              <a:rPr lang="en-GB" dirty="0"/>
              <a:t>14.5% of surveyed studies used any form of word prediction, front-end language interface remains an area under-researched.</a:t>
            </a:r>
          </a:p>
        </p:txBody>
      </p:sp>
    </p:spTree>
    <p:extLst>
      <p:ext uri="{BB962C8B-B14F-4D97-AF65-F5344CB8AC3E}">
        <p14:creationId xmlns:p14="http://schemas.microsoft.com/office/powerpoint/2010/main" val="2228525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972CF-BEAE-6F08-EB12-4A3FF75841B5}"/>
              </a:ext>
            </a:extLst>
          </p:cNvPr>
          <p:cNvSpPr>
            <a:spLocks noGrp="1"/>
          </p:cNvSpPr>
          <p:nvPr>
            <p:ph type="title"/>
          </p:nvPr>
        </p:nvSpPr>
        <p:spPr>
          <a:xfrm>
            <a:off x="710380" y="99035"/>
            <a:ext cx="10515600" cy="824578"/>
          </a:xfrm>
        </p:spPr>
        <p:txBody>
          <a:bodyPr/>
          <a:lstStyle/>
          <a:p>
            <a:pPr algn="ctr"/>
            <a:r>
              <a:rPr lang="en-GB" dirty="0"/>
              <a:t>Naïve Prediction</a:t>
            </a:r>
          </a:p>
        </p:txBody>
      </p:sp>
      <p:sp>
        <p:nvSpPr>
          <p:cNvPr id="5" name="Rectangle: Rounded Corners 4">
            <a:extLst>
              <a:ext uri="{FF2B5EF4-FFF2-40B4-BE49-F238E27FC236}">
                <a16:creationId xmlns:a16="http://schemas.microsoft.com/office/drawing/2014/main" id="{3642A8E0-76FC-9BA7-6269-7CB45E541396}"/>
              </a:ext>
            </a:extLst>
          </p:cNvPr>
          <p:cNvSpPr/>
          <p:nvPr/>
        </p:nvSpPr>
        <p:spPr>
          <a:xfrm>
            <a:off x="245807" y="893942"/>
            <a:ext cx="5240593" cy="4001729"/>
          </a:xfrm>
          <a:prstGeom prst="round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t>
            </a:r>
          </a:p>
        </p:txBody>
      </p:sp>
      <p:sp>
        <p:nvSpPr>
          <p:cNvPr id="6" name="TextBox 5">
            <a:extLst>
              <a:ext uri="{FF2B5EF4-FFF2-40B4-BE49-F238E27FC236}">
                <a16:creationId xmlns:a16="http://schemas.microsoft.com/office/drawing/2014/main" id="{7B44D0C9-8510-FE1D-8ED9-2BCF0289C076}"/>
              </a:ext>
            </a:extLst>
          </p:cNvPr>
          <p:cNvSpPr txBox="1"/>
          <p:nvPr/>
        </p:nvSpPr>
        <p:spPr>
          <a:xfrm>
            <a:off x="348432" y="923613"/>
            <a:ext cx="5035342" cy="5355312"/>
          </a:xfrm>
          <a:prstGeom prst="rect">
            <a:avLst/>
          </a:prstGeom>
          <a:noFill/>
        </p:spPr>
        <p:txBody>
          <a:bodyPr wrap="square" rtlCol="0">
            <a:spAutoFit/>
          </a:bodyPr>
          <a:lstStyle/>
          <a:p>
            <a:pPr algn="ctr"/>
            <a:r>
              <a:rPr lang="en-GB" b="1" dirty="0"/>
              <a:t>Ryan et al. (2011) – Separate Window</a:t>
            </a:r>
          </a:p>
          <a:p>
            <a:pPr algn="ctr"/>
            <a:endParaRPr lang="en-GB" b="1" dirty="0"/>
          </a:p>
          <a:p>
            <a:pPr marL="285750" indent="-285750">
              <a:buFont typeface="Arial" panose="020B0604020202020204" pitchFamily="34" charset="0"/>
              <a:buChar char="•"/>
            </a:pPr>
            <a:r>
              <a:rPr lang="en-GB" dirty="0"/>
              <a:t>24 healthy subjects copy-spelled a 58-character sentence comparing non-predictive vs predictive with </a:t>
            </a:r>
            <a:r>
              <a:rPr lang="en-GB" dirty="0" err="1"/>
              <a:t>Quillsoft</a:t>
            </a:r>
            <a:r>
              <a:rPr lang="en-GB" dirty="0"/>
              <a:t> WordQ2.</a:t>
            </a:r>
          </a:p>
          <a:p>
            <a:pPr marL="285750" indent="-285750">
              <a:buFont typeface="Arial" panose="020B0604020202020204" pitchFamily="34" charset="0"/>
              <a:buChar char="•"/>
            </a:pPr>
            <a:r>
              <a:rPr lang="en-GB" dirty="0"/>
              <a:t>Predictive typing faster (12.4min vs 20.2min) and raised output characters per min (5.28 vs 3.76 char/min)</a:t>
            </a:r>
          </a:p>
          <a:p>
            <a:pPr marL="285750" indent="-285750">
              <a:buFont typeface="Arial" panose="020B0604020202020204" pitchFamily="34" charset="0"/>
              <a:buChar char="•"/>
            </a:pPr>
            <a:r>
              <a:rPr lang="en-GB" dirty="0"/>
              <a:t>Selection accuracy dropped from 89.8% to 84.9% with P300 significantly attenuated. Dual task inference from shifting gaze between matrix and adjacent prediction window. Extremely prone to time loss with errors.</a:t>
            </a:r>
          </a:p>
          <a:p>
            <a:pPr marL="285750" indent="-285750">
              <a:buFont typeface="Arial" panose="020B0604020202020204" pitchFamily="34" charset="0"/>
              <a:buChar char="•"/>
            </a:pPr>
            <a:endParaRPr lang="en-GB" dirty="0"/>
          </a:p>
          <a:p>
            <a:endParaRPr lang="en-GB" dirty="0"/>
          </a:p>
          <a:p>
            <a:endParaRPr lang="en-GB" b="1" dirty="0"/>
          </a:p>
          <a:p>
            <a:endParaRPr lang="en-GB" b="1" dirty="0"/>
          </a:p>
          <a:p>
            <a:endParaRPr lang="en-GB" b="1" dirty="0"/>
          </a:p>
          <a:p>
            <a:endParaRPr lang="en-GB" dirty="0"/>
          </a:p>
        </p:txBody>
      </p:sp>
      <p:sp>
        <p:nvSpPr>
          <p:cNvPr id="8" name="Rectangle: Rounded Corners 7">
            <a:extLst>
              <a:ext uri="{FF2B5EF4-FFF2-40B4-BE49-F238E27FC236}">
                <a16:creationId xmlns:a16="http://schemas.microsoft.com/office/drawing/2014/main" id="{3AEC528E-AECE-8EAA-5E93-DC68BB60427E}"/>
              </a:ext>
            </a:extLst>
          </p:cNvPr>
          <p:cNvSpPr/>
          <p:nvPr/>
        </p:nvSpPr>
        <p:spPr>
          <a:xfrm>
            <a:off x="5985387" y="923613"/>
            <a:ext cx="5240593" cy="4001729"/>
          </a:xfrm>
          <a:prstGeom prst="round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t>
            </a:r>
          </a:p>
        </p:txBody>
      </p:sp>
      <p:sp>
        <p:nvSpPr>
          <p:cNvPr id="9" name="TextBox 8">
            <a:extLst>
              <a:ext uri="{FF2B5EF4-FFF2-40B4-BE49-F238E27FC236}">
                <a16:creationId xmlns:a16="http://schemas.microsoft.com/office/drawing/2014/main" id="{FA505792-CDC6-2132-D71C-03ACECAFE6D4}"/>
              </a:ext>
            </a:extLst>
          </p:cNvPr>
          <p:cNvSpPr txBox="1"/>
          <p:nvPr/>
        </p:nvSpPr>
        <p:spPr>
          <a:xfrm>
            <a:off x="6392813" y="968525"/>
            <a:ext cx="4640826" cy="5078313"/>
          </a:xfrm>
          <a:prstGeom prst="rect">
            <a:avLst/>
          </a:prstGeom>
          <a:noFill/>
        </p:spPr>
        <p:txBody>
          <a:bodyPr wrap="square" rtlCol="0">
            <a:spAutoFit/>
          </a:bodyPr>
          <a:lstStyle/>
          <a:p>
            <a:pPr algn="ctr"/>
            <a:r>
              <a:rPr lang="en-GB" b="1" dirty="0"/>
              <a:t>Kauffman et al. (2012) – In Matrix</a:t>
            </a:r>
          </a:p>
          <a:p>
            <a:endParaRPr lang="en-GB" b="1" dirty="0"/>
          </a:p>
          <a:p>
            <a:pPr marL="285750" indent="-285750">
              <a:buFont typeface="Arial" panose="020B0604020202020204" pitchFamily="34" charset="0"/>
              <a:buChar char="•"/>
            </a:pPr>
            <a:r>
              <a:rPr lang="en-GB" dirty="0"/>
              <a:t>Embedded up to 6 dynamic word predictions directly into an 8x8 visual speller matrix.</a:t>
            </a:r>
          </a:p>
          <a:p>
            <a:pPr marL="285750" indent="-285750">
              <a:buFont typeface="Arial" panose="020B0604020202020204" pitchFamily="34" charset="0"/>
              <a:buChar char="•"/>
            </a:pPr>
            <a:r>
              <a:rPr lang="en-GB" dirty="0"/>
              <a:t>Reduced time to spell a 36-character sentence by 42% across 20 participants with minimal loss in accuracy.</a:t>
            </a:r>
          </a:p>
          <a:p>
            <a:pPr marL="285750" indent="-285750">
              <a:buFont typeface="Arial" panose="020B0604020202020204" pitchFamily="34" charset="0"/>
              <a:buChar char="•"/>
            </a:pPr>
            <a:r>
              <a:rPr lang="en-GB" dirty="0"/>
              <a:t>Therefore, to remove divided visual attention, spatial co-location should be adopted.</a:t>
            </a:r>
          </a:p>
          <a:p>
            <a:pPr marL="285750" indent="-285750">
              <a:buFont typeface="Arial" panose="020B0604020202020204" pitchFamily="34" charset="0"/>
              <a:buChar char="•"/>
            </a:pPr>
            <a:r>
              <a:rPr lang="en-GB" dirty="0"/>
              <a:t>The study used unweighted static dictionary lists without context-aware n-gram priors.</a:t>
            </a:r>
          </a:p>
          <a:p>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b="1" dirty="0"/>
          </a:p>
          <a:p>
            <a:endParaRPr lang="en-GB" b="1" dirty="0"/>
          </a:p>
        </p:txBody>
      </p:sp>
      <p:pic>
        <p:nvPicPr>
          <p:cNvPr id="10" name="Picture 9">
            <a:extLst>
              <a:ext uri="{FF2B5EF4-FFF2-40B4-BE49-F238E27FC236}">
                <a16:creationId xmlns:a16="http://schemas.microsoft.com/office/drawing/2014/main" id="{DB3DEC03-2170-623A-BA5B-647DED3732AD}"/>
              </a:ext>
            </a:extLst>
          </p:cNvPr>
          <p:cNvPicPr>
            <a:picLocks noChangeAspect="1"/>
          </p:cNvPicPr>
          <p:nvPr/>
        </p:nvPicPr>
        <p:blipFill>
          <a:blip r:embed="rId2"/>
          <a:stretch>
            <a:fillRect/>
          </a:stretch>
        </p:blipFill>
        <p:spPr>
          <a:xfrm>
            <a:off x="9261989" y="5191431"/>
            <a:ext cx="2644876" cy="1630297"/>
          </a:xfrm>
          <a:prstGeom prst="rect">
            <a:avLst/>
          </a:prstGeom>
        </p:spPr>
      </p:pic>
      <p:sp>
        <p:nvSpPr>
          <p:cNvPr id="12" name="Rectangle: Rounded Corners 11">
            <a:extLst>
              <a:ext uri="{FF2B5EF4-FFF2-40B4-BE49-F238E27FC236}">
                <a16:creationId xmlns:a16="http://schemas.microsoft.com/office/drawing/2014/main" id="{39F5D471-DFEF-45C5-1521-EC0BA298C372}"/>
              </a:ext>
            </a:extLst>
          </p:cNvPr>
          <p:cNvSpPr/>
          <p:nvPr/>
        </p:nvSpPr>
        <p:spPr>
          <a:xfrm>
            <a:off x="61450" y="5075938"/>
            <a:ext cx="8836743" cy="1754326"/>
          </a:xfrm>
          <a:prstGeom prst="round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454776C3-8D57-BBBF-1EF9-3DE76F3AE50A}"/>
              </a:ext>
            </a:extLst>
          </p:cNvPr>
          <p:cNvSpPr txBox="1"/>
          <p:nvPr/>
        </p:nvSpPr>
        <p:spPr>
          <a:xfrm>
            <a:off x="350888" y="5085347"/>
            <a:ext cx="8406581" cy="1754326"/>
          </a:xfrm>
          <a:prstGeom prst="rect">
            <a:avLst/>
          </a:prstGeom>
          <a:noFill/>
        </p:spPr>
        <p:txBody>
          <a:bodyPr wrap="square" rtlCol="0">
            <a:spAutoFit/>
          </a:bodyPr>
          <a:lstStyle/>
          <a:p>
            <a:pPr algn="ctr"/>
            <a:r>
              <a:rPr lang="en-GB" b="1" dirty="0"/>
              <a:t>Interaction Assertiveness (Quinn &amp; Zhai, 2016)</a:t>
            </a:r>
          </a:p>
          <a:p>
            <a:pPr algn="just"/>
            <a:r>
              <a:rPr lang="en-GB" dirty="0"/>
              <a:t>In touchscreen typing, the study showed that ‘Extraverted’ suggestions (predictions always visible) reduced visible taps but slow down overall typing (2.66 char/s vs 3.09 for introverted) because visual scanning and verification overhead exceeds the time saved by tapping a prediction (~200ms). In a BCI, selecting a single character takes 15-30s, so predictions have more value, however they should be confidence gated. </a:t>
            </a:r>
          </a:p>
        </p:txBody>
      </p:sp>
    </p:spTree>
    <p:extLst>
      <p:ext uri="{BB962C8B-B14F-4D97-AF65-F5344CB8AC3E}">
        <p14:creationId xmlns:p14="http://schemas.microsoft.com/office/powerpoint/2010/main" val="1310852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2EBC-E4CA-BAD8-66DF-4DD8C086E77B}"/>
              </a:ext>
            </a:extLst>
          </p:cNvPr>
          <p:cNvSpPr>
            <a:spLocks noGrp="1"/>
          </p:cNvSpPr>
          <p:nvPr>
            <p:ph type="title"/>
          </p:nvPr>
        </p:nvSpPr>
        <p:spPr>
          <a:xfrm>
            <a:off x="275303" y="-87159"/>
            <a:ext cx="11916697" cy="1325563"/>
          </a:xfrm>
        </p:spPr>
        <p:txBody>
          <a:bodyPr/>
          <a:lstStyle/>
          <a:p>
            <a:r>
              <a:rPr lang="en-GB" dirty="0"/>
              <a:t>Modern LLMs reach 95% of their theoretical bounds</a:t>
            </a:r>
          </a:p>
        </p:txBody>
      </p:sp>
      <p:sp>
        <p:nvSpPr>
          <p:cNvPr id="4" name="Rectangle: Rounded Corners 3">
            <a:extLst>
              <a:ext uri="{FF2B5EF4-FFF2-40B4-BE49-F238E27FC236}">
                <a16:creationId xmlns:a16="http://schemas.microsoft.com/office/drawing/2014/main" id="{35129AF6-CFFB-DBA4-EAE1-985569E8D894}"/>
              </a:ext>
            </a:extLst>
          </p:cNvPr>
          <p:cNvSpPr/>
          <p:nvPr/>
        </p:nvSpPr>
        <p:spPr>
          <a:xfrm>
            <a:off x="275303" y="1238404"/>
            <a:ext cx="5633884" cy="5388538"/>
          </a:xfrm>
          <a:prstGeom prst="round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8B8E6AE7-33E5-2D83-D9E0-04108E054004}"/>
              </a:ext>
            </a:extLst>
          </p:cNvPr>
          <p:cNvSpPr/>
          <p:nvPr/>
        </p:nvSpPr>
        <p:spPr>
          <a:xfrm>
            <a:off x="6351639" y="1238404"/>
            <a:ext cx="5565058" cy="5388538"/>
          </a:xfrm>
          <a:prstGeom prst="roundRect">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241D3D54-3178-A270-9EA7-5FD89B640768}"/>
              </a:ext>
            </a:extLst>
          </p:cNvPr>
          <p:cNvSpPr txBox="1"/>
          <p:nvPr/>
        </p:nvSpPr>
        <p:spPr>
          <a:xfrm>
            <a:off x="619432" y="1524000"/>
            <a:ext cx="5063613" cy="4524315"/>
          </a:xfrm>
          <a:prstGeom prst="rect">
            <a:avLst/>
          </a:prstGeom>
          <a:noFill/>
        </p:spPr>
        <p:txBody>
          <a:bodyPr wrap="square" rtlCol="0">
            <a:spAutoFit/>
          </a:bodyPr>
          <a:lstStyle/>
          <a:p>
            <a:pPr algn="ctr"/>
            <a:r>
              <a:rPr lang="en-GB" b="1" dirty="0"/>
              <a:t>Language Model Priors (Speier et al., 2012)</a:t>
            </a:r>
          </a:p>
          <a:p>
            <a:pPr algn="ctr"/>
            <a:endParaRPr lang="en-GB" b="1" dirty="0"/>
          </a:p>
          <a:p>
            <a:pPr marL="285750" indent="-285750">
              <a:buFont typeface="Arial" panose="020B0604020202020204" pitchFamily="34" charset="0"/>
              <a:buChar char="•"/>
            </a:pPr>
            <a:r>
              <a:rPr lang="en-GB" dirty="0"/>
              <a:t>Replaced uniform priors with character trigrams</a:t>
            </a:r>
          </a:p>
          <a:p>
            <a:pPr marL="285750" indent="-285750">
              <a:buFont typeface="Arial" panose="020B0604020202020204" pitchFamily="34" charset="0"/>
              <a:buChar char="•"/>
            </a:pPr>
            <a:r>
              <a:rPr lang="en-GB" dirty="0"/>
              <a:t>Flash sequences continued only until cumulative confidence exceeded threshold of 95%</a:t>
            </a:r>
          </a:p>
          <a:p>
            <a:pPr marL="285750" indent="-285750">
              <a:buFont typeface="Arial" panose="020B0604020202020204" pitchFamily="34" charset="0"/>
              <a:buChar char="•"/>
            </a:pPr>
            <a:r>
              <a:rPr lang="en-GB" dirty="0"/>
              <a:t>Accuracy increased from 82.97% to 92.59%, bit rate from 22.06 bits/min to 33.15.</a:t>
            </a:r>
          </a:p>
          <a:p>
            <a:pPr marL="285750" indent="-285750">
              <a:buFont typeface="Arial" panose="020B0604020202020204" pitchFamily="34" charset="0"/>
              <a:buChar char="•"/>
            </a:pPr>
            <a:r>
              <a:rPr lang="en-GB" dirty="0"/>
              <a:t>Used C-PAK for understanding abbreviations. Fallbacks </a:t>
            </a:r>
            <a:r>
              <a:rPr lang="en-GB" dirty="0" err="1"/>
              <a:t>KeywordAE</a:t>
            </a:r>
            <a:r>
              <a:rPr lang="en-GB" dirty="0"/>
              <a:t> to add keyword and </a:t>
            </a:r>
            <a:r>
              <a:rPr lang="en-GB" dirty="0" err="1"/>
              <a:t>FillMask</a:t>
            </a:r>
            <a:r>
              <a:rPr lang="en-GB" dirty="0"/>
              <a:t> to replace incorrect word.</a:t>
            </a:r>
          </a:p>
          <a:p>
            <a:pPr marL="285750" indent="-285750">
              <a:buFont typeface="Arial" panose="020B0604020202020204" pitchFamily="34" charset="0"/>
              <a:buChar char="•"/>
            </a:pPr>
            <a:r>
              <a:rPr lang="en-GB" dirty="0"/>
              <a:t>Although there was no error-cost awareness involved, and the study was investigating eye-gaze typing speed, the techniques used are still applicable.</a:t>
            </a:r>
          </a:p>
        </p:txBody>
      </p:sp>
      <p:sp>
        <p:nvSpPr>
          <p:cNvPr id="7" name="TextBox 6">
            <a:extLst>
              <a:ext uri="{FF2B5EF4-FFF2-40B4-BE49-F238E27FC236}">
                <a16:creationId xmlns:a16="http://schemas.microsoft.com/office/drawing/2014/main" id="{739571E5-3413-24AF-46C6-A324C964B821}"/>
              </a:ext>
            </a:extLst>
          </p:cNvPr>
          <p:cNvSpPr txBox="1"/>
          <p:nvPr/>
        </p:nvSpPr>
        <p:spPr>
          <a:xfrm>
            <a:off x="6784258" y="1271630"/>
            <a:ext cx="4916129" cy="5355312"/>
          </a:xfrm>
          <a:prstGeom prst="rect">
            <a:avLst/>
          </a:prstGeom>
          <a:noFill/>
        </p:spPr>
        <p:txBody>
          <a:bodyPr wrap="square" rtlCol="0">
            <a:spAutoFit/>
          </a:bodyPr>
          <a:lstStyle/>
          <a:p>
            <a:pPr algn="ctr"/>
            <a:r>
              <a:rPr lang="en-GB" b="1" dirty="0"/>
              <a:t>LLM Ceiling (</a:t>
            </a:r>
            <a:r>
              <a:rPr lang="en-GB" b="1" dirty="0" err="1"/>
              <a:t>Parthsarathy</a:t>
            </a:r>
            <a:r>
              <a:rPr lang="en-GB" b="1" dirty="0"/>
              <a:t> et al. 2026)</a:t>
            </a:r>
          </a:p>
          <a:p>
            <a:endParaRPr lang="en-GB" dirty="0"/>
          </a:p>
          <a:p>
            <a:r>
              <a:rPr lang="en-GB" dirty="0"/>
              <a:t>Evaluated autoregressive LLMs of varying parameter complexity on EEG from 78 subjects transcribing 7,892 characters.</a:t>
            </a:r>
          </a:p>
          <a:p>
            <a:endParaRPr lang="en-GB" dirty="0"/>
          </a:p>
          <a:p>
            <a:r>
              <a:rPr lang="en-GB" b="1" dirty="0"/>
              <a:t>75.36 bits/min </a:t>
            </a:r>
            <a:r>
              <a:rPr lang="en-GB" dirty="0"/>
              <a:t>– Achieved by GPT-J, within 5% of theoretical word level oracle bound of 78.21.</a:t>
            </a:r>
          </a:p>
          <a:p>
            <a:endParaRPr lang="en-GB" b="1" dirty="0"/>
          </a:p>
          <a:p>
            <a:pPr marL="285750" indent="-285750">
              <a:buFont typeface="Arial" panose="020B0604020202020204" pitchFamily="34" charset="0"/>
              <a:buChar char="•"/>
            </a:pPr>
            <a:r>
              <a:rPr lang="en-GB" dirty="0"/>
              <a:t>Operates at 73% of human physiological timing ceiling of 103 bits/min.</a:t>
            </a:r>
          </a:p>
          <a:p>
            <a:pPr marL="285750" indent="-285750">
              <a:buFont typeface="Arial" panose="020B0604020202020204" pitchFamily="34" charset="0"/>
              <a:buChar char="•"/>
            </a:pPr>
            <a:r>
              <a:rPr lang="en-GB" dirty="0"/>
              <a:t>Cross-subject decoding without user calibration achieved 59.90 bits/min</a:t>
            </a:r>
          </a:p>
          <a:p>
            <a:endParaRPr lang="en-GB" dirty="0"/>
          </a:p>
          <a:p>
            <a:r>
              <a:rPr lang="en-GB" dirty="0"/>
              <a:t>Increasing LLM parameter scale yields minimal bit-rate gains (&lt;5%), which does not justify the increase in latency. Hence, the bottleneck is not language model scaling but HCI and error control.</a:t>
            </a:r>
          </a:p>
        </p:txBody>
      </p:sp>
    </p:spTree>
    <p:extLst>
      <p:ext uri="{BB962C8B-B14F-4D97-AF65-F5344CB8AC3E}">
        <p14:creationId xmlns:p14="http://schemas.microsoft.com/office/powerpoint/2010/main" val="310885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1D8C-9B58-E92A-B422-41BCDB50C321}"/>
              </a:ext>
            </a:extLst>
          </p:cNvPr>
          <p:cNvSpPr>
            <a:spLocks noGrp="1"/>
          </p:cNvSpPr>
          <p:nvPr>
            <p:ph type="title"/>
          </p:nvPr>
        </p:nvSpPr>
        <p:spPr>
          <a:xfrm>
            <a:off x="838200" y="138983"/>
            <a:ext cx="10515600" cy="1325563"/>
          </a:xfrm>
        </p:spPr>
        <p:txBody>
          <a:bodyPr/>
          <a:lstStyle/>
          <a:p>
            <a:pPr algn="ctr"/>
            <a:r>
              <a:rPr lang="en-GB" dirty="0"/>
              <a:t>New Contribution I - Assertiveness</a:t>
            </a:r>
          </a:p>
        </p:txBody>
      </p:sp>
      <p:sp>
        <p:nvSpPr>
          <p:cNvPr id="4" name="Rectangle: Rounded Corners 3">
            <a:extLst>
              <a:ext uri="{FF2B5EF4-FFF2-40B4-BE49-F238E27FC236}">
                <a16:creationId xmlns:a16="http://schemas.microsoft.com/office/drawing/2014/main" id="{846063DE-59AC-0F27-6613-F94ADEA4FF1E}"/>
              </a:ext>
            </a:extLst>
          </p:cNvPr>
          <p:cNvSpPr/>
          <p:nvPr/>
        </p:nvSpPr>
        <p:spPr>
          <a:xfrm>
            <a:off x="580103" y="1907458"/>
            <a:ext cx="11179278" cy="4227871"/>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3EF52E98-B847-31E7-ADDE-0F2880B3F6F7}"/>
              </a:ext>
            </a:extLst>
          </p:cNvPr>
          <p:cNvSpPr txBox="1"/>
          <p:nvPr/>
        </p:nvSpPr>
        <p:spPr>
          <a:xfrm>
            <a:off x="835742" y="2300748"/>
            <a:ext cx="10668000" cy="2031325"/>
          </a:xfrm>
          <a:prstGeom prst="rect">
            <a:avLst/>
          </a:prstGeom>
          <a:noFill/>
        </p:spPr>
        <p:txBody>
          <a:bodyPr wrap="square" rtlCol="0">
            <a:spAutoFit/>
          </a:bodyPr>
          <a:lstStyle/>
          <a:p>
            <a:r>
              <a:rPr lang="en-GB" dirty="0"/>
              <a:t>Using a combination of decoder signal certainty, and language-model entropy, we can apply 3 states of assertiveness to choose word predictions to improve Output Characters per Minute.</a:t>
            </a:r>
          </a:p>
          <a:p>
            <a:endParaRPr lang="en-GB" dirty="0"/>
          </a:p>
          <a:p>
            <a:pPr marL="285750" indent="-285750">
              <a:buFont typeface="Arial" panose="020B0604020202020204" pitchFamily="34" charset="0"/>
              <a:buChar char="•"/>
            </a:pPr>
            <a:r>
              <a:rPr lang="en-GB" dirty="0"/>
              <a:t>Introverted – High entropy/Noise, no point wasting cognitive energy/computation on predictions.</a:t>
            </a:r>
          </a:p>
          <a:p>
            <a:pPr marL="285750" indent="-285750">
              <a:buFont typeface="Arial" panose="020B0604020202020204" pitchFamily="34" charset="0"/>
              <a:buChar char="•"/>
            </a:pPr>
            <a:r>
              <a:rPr lang="en-GB" dirty="0" err="1"/>
              <a:t>Ambiverted</a:t>
            </a:r>
            <a:r>
              <a:rPr lang="en-GB" dirty="0"/>
              <a:t> – 3 candidate predictions displayed in-matrix</a:t>
            </a:r>
          </a:p>
          <a:p>
            <a:pPr marL="285750" indent="-285750">
              <a:buFont typeface="Arial" panose="020B0604020202020204" pitchFamily="34" charset="0"/>
              <a:buChar char="•"/>
            </a:pPr>
            <a:r>
              <a:rPr lang="en-GB" dirty="0"/>
              <a:t>Extraverted – With a high confidence, dedicated, high-salience cell in the matrix is displayed with the prediction.</a:t>
            </a:r>
          </a:p>
        </p:txBody>
      </p:sp>
    </p:spTree>
    <p:extLst>
      <p:ext uri="{BB962C8B-B14F-4D97-AF65-F5344CB8AC3E}">
        <p14:creationId xmlns:p14="http://schemas.microsoft.com/office/powerpoint/2010/main" val="3890383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8EB38-9C51-376F-4AC6-F9C5E2CF98C4}"/>
              </a:ext>
            </a:extLst>
          </p:cNvPr>
          <p:cNvSpPr>
            <a:spLocks noGrp="1"/>
          </p:cNvSpPr>
          <p:nvPr>
            <p:ph type="title"/>
          </p:nvPr>
        </p:nvSpPr>
        <p:spPr>
          <a:xfrm>
            <a:off x="304800" y="178312"/>
            <a:ext cx="11582400" cy="1325563"/>
          </a:xfrm>
        </p:spPr>
        <p:txBody>
          <a:bodyPr/>
          <a:lstStyle/>
          <a:p>
            <a:r>
              <a:rPr lang="en-GB" dirty="0"/>
              <a:t>New Contribution II – Expected Cost Minimisation</a:t>
            </a:r>
          </a:p>
        </p:txBody>
      </p:sp>
      <p:sp>
        <p:nvSpPr>
          <p:cNvPr id="5" name="Rectangle: Rounded Corners 4">
            <a:extLst>
              <a:ext uri="{FF2B5EF4-FFF2-40B4-BE49-F238E27FC236}">
                <a16:creationId xmlns:a16="http://schemas.microsoft.com/office/drawing/2014/main" id="{81966091-DB25-90EE-A761-A7B01F1FA7C7}"/>
              </a:ext>
            </a:extLst>
          </p:cNvPr>
          <p:cNvSpPr/>
          <p:nvPr/>
        </p:nvSpPr>
        <p:spPr>
          <a:xfrm>
            <a:off x="216310" y="1503875"/>
            <a:ext cx="11670890" cy="4837931"/>
          </a:xfrm>
          <a:prstGeom prst="roundRe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AD913BA9-0B39-B645-CC82-995D91720465}"/>
              </a:ext>
            </a:extLst>
          </p:cNvPr>
          <p:cNvSpPr txBox="1"/>
          <p:nvPr/>
        </p:nvSpPr>
        <p:spPr>
          <a:xfrm>
            <a:off x="580103" y="1897626"/>
            <a:ext cx="11130117" cy="3139321"/>
          </a:xfrm>
          <a:prstGeom prst="rect">
            <a:avLst/>
          </a:prstGeom>
          <a:noFill/>
        </p:spPr>
        <p:txBody>
          <a:bodyPr wrap="square" rtlCol="0">
            <a:spAutoFit/>
          </a:bodyPr>
          <a:lstStyle/>
          <a:p>
            <a:r>
              <a:rPr lang="en-GB" dirty="0"/>
              <a:t>Currently, assisted P300 spellers rank candidate words by language-model probability.</a:t>
            </a:r>
          </a:p>
          <a:p>
            <a:r>
              <a:rPr lang="en-GB" dirty="0"/>
              <a:t>Instead, I propose a system that ranks candidate predictions by expected interaction cost, considering the likelihood of each intended word, the effort saved by a correct prediction, and the cost of correcting an incorrect one. Hence, it recommends predictions that minimise expected communication effort than when compared to character-by-character typing.</a:t>
            </a:r>
          </a:p>
          <a:p>
            <a:endParaRPr lang="en-GB" dirty="0"/>
          </a:p>
          <a:p>
            <a:r>
              <a:rPr lang="en-GB" dirty="0"/>
              <a:t>It should be noted however that this approach must not favour short/generic words that are cheaper to enter. The system should optimise for effort required to communicate intended message, and not the suggested word alone.</a:t>
            </a:r>
          </a:p>
          <a:p>
            <a:endParaRPr lang="en-GB" dirty="0"/>
          </a:p>
          <a:p>
            <a:endParaRPr lang="en-GB" dirty="0"/>
          </a:p>
        </p:txBody>
      </p:sp>
    </p:spTree>
    <p:extLst>
      <p:ext uri="{BB962C8B-B14F-4D97-AF65-F5344CB8AC3E}">
        <p14:creationId xmlns:p14="http://schemas.microsoft.com/office/powerpoint/2010/main" val="61435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759DA-C1BE-1EB9-A05B-81B9C8B6848C}"/>
              </a:ext>
            </a:extLst>
          </p:cNvPr>
          <p:cNvSpPr>
            <a:spLocks noGrp="1"/>
          </p:cNvSpPr>
          <p:nvPr>
            <p:ph type="title"/>
          </p:nvPr>
        </p:nvSpPr>
        <p:spPr/>
        <p:txBody>
          <a:bodyPr/>
          <a:lstStyle/>
          <a:p>
            <a:pPr algn="ctr"/>
            <a:r>
              <a:rPr lang="en-GB" dirty="0"/>
              <a:t>New Contribution III – Entropy-Driven </a:t>
            </a:r>
          </a:p>
        </p:txBody>
      </p:sp>
      <p:sp>
        <p:nvSpPr>
          <p:cNvPr id="4" name="Rectangle: Rounded Corners 3">
            <a:extLst>
              <a:ext uri="{FF2B5EF4-FFF2-40B4-BE49-F238E27FC236}">
                <a16:creationId xmlns:a16="http://schemas.microsoft.com/office/drawing/2014/main" id="{EC0FC210-D844-9196-DFEE-CA35953C89CA}"/>
              </a:ext>
            </a:extLst>
          </p:cNvPr>
          <p:cNvSpPr/>
          <p:nvPr/>
        </p:nvSpPr>
        <p:spPr>
          <a:xfrm>
            <a:off x="521110" y="2015613"/>
            <a:ext cx="11041625" cy="4345858"/>
          </a:xfrm>
          <a:prstGeom prst="roundRect">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9642A0D7-6989-6489-82BE-E98C11D80B2F}"/>
              </a:ext>
            </a:extLst>
          </p:cNvPr>
          <p:cNvSpPr txBox="1"/>
          <p:nvPr/>
        </p:nvSpPr>
        <p:spPr>
          <a:xfrm>
            <a:off x="838200" y="2458065"/>
            <a:ext cx="10429568" cy="2862322"/>
          </a:xfrm>
          <a:prstGeom prst="rect">
            <a:avLst/>
          </a:prstGeom>
          <a:noFill/>
        </p:spPr>
        <p:txBody>
          <a:bodyPr wrap="square" rtlCol="0">
            <a:spAutoFit/>
          </a:bodyPr>
          <a:lstStyle/>
          <a:p>
            <a:r>
              <a:rPr lang="en-GB" dirty="0"/>
              <a:t>Flashing all rows and columns equally is inefficient, it wastes time flashing letters that have minimal chance of being correct based on preceding context. On the other hand, flashing likely letters more frequently causes said letters to no longer be rare. The subject’s brain gets used to this, the P300 amplitude drops and the signal-to-noise ratio falls to the point that the classifier cannot detect the target.</a:t>
            </a:r>
          </a:p>
          <a:p>
            <a:endParaRPr lang="en-GB" dirty="0"/>
          </a:p>
          <a:p>
            <a:r>
              <a:rPr lang="en-GB" dirty="0"/>
              <a:t>Instead, I propose a system that continues to present stimuli in a pseudo-random order to preserve oddball rarity, but after each intensification calculates confidence given preceding context. After a certain confidence threshold is reached, such as 0.95 is reached, the flashes stop. Rows or columns that contain impossible letters are hence deprioritised. </a:t>
            </a:r>
          </a:p>
        </p:txBody>
      </p:sp>
    </p:spTree>
    <p:extLst>
      <p:ext uri="{BB962C8B-B14F-4D97-AF65-F5344CB8AC3E}">
        <p14:creationId xmlns:p14="http://schemas.microsoft.com/office/powerpoint/2010/main" val="1038340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FCD4E-45BA-ADFE-732E-C21EBC1F1A92}"/>
              </a:ext>
            </a:extLst>
          </p:cNvPr>
          <p:cNvSpPr>
            <a:spLocks noGrp="1"/>
          </p:cNvSpPr>
          <p:nvPr>
            <p:ph type="title"/>
          </p:nvPr>
        </p:nvSpPr>
        <p:spPr/>
        <p:txBody>
          <a:bodyPr/>
          <a:lstStyle/>
          <a:p>
            <a:pPr algn="ctr"/>
            <a:r>
              <a:rPr lang="en-GB" dirty="0"/>
              <a:t>Benchmarking</a:t>
            </a:r>
          </a:p>
        </p:txBody>
      </p:sp>
      <p:sp>
        <p:nvSpPr>
          <p:cNvPr id="4" name="Rectangle: Rounded Corners 3">
            <a:extLst>
              <a:ext uri="{FF2B5EF4-FFF2-40B4-BE49-F238E27FC236}">
                <a16:creationId xmlns:a16="http://schemas.microsoft.com/office/drawing/2014/main" id="{5354E13D-B46E-6FEA-B25E-D1D04DFC7361}"/>
              </a:ext>
            </a:extLst>
          </p:cNvPr>
          <p:cNvSpPr/>
          <p:nvPr/>
        </p:nvSpPr>
        <p:spPr>
          <a:xfrm>
            <a:off x="186813" y="1690688"/>
            <a:ext cx="3706761" cy="470028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Rounded Corners 4">
            <a:extLst>
              <a:ext uri="{FF2B5EF4-FFF2-40B4-BE49-F238E27FC236}">
                <a16:creationId xmlns:a16="http://schemas.microsoft.com/office/drawing/2014/main" id="{7463565F-573B-4F66-6C4D-7074B26B311C}"/>
              </a:ext>
            </a:extLst>
          </p:cNvPr>
          <p:cNvSpPr/>
          <p:nvPr/>
        </p:nvSpPr>
        <p:spPr>
          <a:xfrm>
            <a:off x="4350775" y="1690688"/>
            <a:ext cx="3706761" cy="470028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1004BD68-97D9-D07E-974B-C83B06BC3B17}"/>
              </a:ext>
            </a:extLst>
          </p:cNvPr>
          <p:cNvSpPr/>
          <p:nvPr/>
        </p:nvSpPr>
        <p:spPr>
          <a:xfrm>
            <a:off x="8298426" y="1690688"/>
            <a:ext cx="3706761" cy="4700280"/>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3BD9C1A0-76C6-69E3-63FC-1D9685C7AF54}"/>
              </a:ext>
            </a:extLst>
          </p:cNvPr>
          <p:cNvSpPr txBox="1"/>
          <p:nvPr/>
        </p:nvSpPr>
        <p:spPr>
          <a:xfrm>
            <a:off x="398206" y="1862089"/>
            <a:ext cx="3283974" cy="2585323"/>
          </a:xfrm>
          <a:prstGeom prst="rect">
            <a:avLst/>
          </a:prstGeom>
          <a:noFill/>
        </p:spPr>
        <p:txBody>
          <a:bodyPr wrap="square" rtlCol="0">
            <a:spAutoFit/>
          </a:bodyPr>
          <a:lstStyle/>
          <a:p>
            <a:pPr algn="ctr"/>
            <a:r>
              <a:rPr lang="en-GB" b="1" dirty="0"/>
              <a:t>BASELINE (Farwell &amp; </a:t>
            </a:r>
            <a:r>
              <a:rPr lang="en-GB" b="1" dirty="0" err="1"/>
              <a:t>Donchin</a:t>
            </a:r>
            <a:r>
              <a:rPr lang="en-GB" b="1" dirty="0"/>
              <a:t>)</a:t>
            </a:r>
          </a:p>
          <a:p>
            <a:endParaRPr lang="en-GB" dirty="0"/>
          </a:p>
          <a:p>
            <a:pPr marL="285750" indent="-285750">
              <a:buFont typeface="Arial" panose="020B0604020202020204" pitchFamily="34" charset="0"/>
              <a:buChar char="•"/>
            </a:pPr>
            <a:r>
              <a:rPr lang="en-GB" dirty="0"/>
              <a:t>Unassisted P300 speller </a:t>
            </a:r>
          </a:p>
          <a:p>
            <a:pPr marL="285750" indent="-285750">
              <a:buFont typeface="Arial" panose="020B0604020202020204" pitchFamily="34" charset="0"/>
              <a:buChar char="•"/>
            </a:pPr>
            <a:r>
              <a:rPr lang="en-GB" dirty="0"/>
              <a:t>Classic 6x6 matrix.</a:t>
            </a:r>
          </a:p>
          <a:p>
            <a:pPr marL="285750" indent="-285750">
              <a:buFont typeface="Arial" panose="020B0604020202020204" pitchFamily="34" charset="0"/>
              <a:buChar char="•"/>
            </a:pPr>
            <a:r>
              <a:rPr lang="en-GB" dirty="0"/>
              <a:t>Uniform priors across all targets.</a:t>
            </a:r>
          </a:p>
          <a:p>
            <a:pPr marL="285750" indent="-285750">
              <a:buFont typeface="Arial" panose="020B0604020202020204" pitchFamily="34" charset="0"/>
              <a:buChar char="•"/>
            </a:pPr>
            <a:r>
              <a:rPr lang="en-GB" dirty="0"/>
              <a:t>Static 10 trial flashing per character.</a:t>
            </a:r>
          </a:p>
          <a:p>
            <a:pPr marL="285750" indent="-285750">
              <a:buFont typeface="Arial" panose="020B0604020202020204" pitchFamily="34" charset="0"/>
              <a:buChar char="•"/>
            </a:pPr>
            <a:endParaRPr lang="en-GB" dirty="0"/>
          </a:p>
        </p:txBody>
      </p:sp>
      <p:sp>
        <p:nvSpPr>
          <p:cNvPr id="8" name="TextBox 7">
            <a:extLst>
              <a:ext uri="{FF2B5EF4-FFF2-40B4-BE49-F238E27FC236}">
                <a16:creationId xmlns:a16="http://schemas.microsoft.com/office/drawing/2014/main" id="{56CAF805-1633-4724-9CEC-C0D7D2116945}"/>
              </a:ext>
            </a:extLst>
          </p:cNvPr>
          <p:cNvSpPr txBox="1"/>
          <p:nvPr/>
        </p:nvSpPr>
        <p:spPr>
          <a:xfrm>
            <a:off x="4562168" y="1862089"/>
            <a:ext cx="3283974" cy="2585323"/>
          </a:xfrm>
          <a:prstGeom prst="rect">
            <a:avLst/>
          </a:prstGeom>
          <a:noFill/>
        </p:spPr>
        <p:txBody>
          <a:bodyPr wrap="square" rtlCol="0">
            <a:spAutoFit/>
          </a:bodyPr>
          <a:lstStyle/>
          <a:p>
            <a:pPr algn="ctr"/>
            <a:r>
              <a:rPr lang="en-GB" b="1" dirty="0"/>
              <a:t>CURRENT (Kaufmann et al.)</a:t>
            </a:r>
          </a:p>
          <a:p>
            <a:endParaRPr lang="en-GB" dirty="0"/>
          </a:p>
          <a:p>
            <a:pPr marL="285750" indent="-285750">
              <a:buFont typeface="Arial" panose="020B0604020202020204" pitchFamily="34" charset="0"/>
              <a:buChar char="•"/>
            </a:pPr>
            <a:r>
              <a:rPr lang="en-GB" dirty="0"/>
              <a:t>8x8 matrix with predictions in-matrix.</a:t>
            </a:r>
          </a:p>
          <a:p>
            <a:pPr marL="285750" indent="-285750">
              <a:buFont typeface="Arial" panose="020B0604020202020204" pitchFamily="34" charset="0"/>
              <a:buChar char="•"/>
            </a:pPr>
            <a:r>
              <a:rPr lang="en-GB" dirty="0"/>
              <a:t>Trigram language model with maximum likelihood ranking.</a:t>
            </a:r>
          </a:p>
          <a:p>
            <a:pPr marL="285750" indent="-285750">
              <a:buFont typeface="Arial" panose="020B0604020202020204" pitchFamily="34" charset="0"/>
              <a:buChar char="•"/>
            </a:pPr>
            <a:r>
              <a:rPr lang="en-GB" dirty="0"/>
              <a:t>Extraverted Assertiveness.</a:t>
            </a:r>
          </a:p>
          <a:p>
            <a:pPr marL="285750" indent="-285750">
              <a:buFont typeface="Arial" panose="020B0604020202020204" pitchFamily="34" charset="0"/>
              <a:buChar char="•"/>
            </a:pPr>
            <a:endParaRPr lang="en-GB" dirty="0"/>
          </a:p>
        </p:txBody>
      </p:sp>
      <p:sp>
        <p:nvSpPr>
          <p:cNvPr id="9" name="TextBox 8">
            <a:extLst>
              <a:ext uri="{FF2B5EF4-FFF2-40B4-BE49-F238E27FC236}">
                <a16:creationId xmlns:a16="http://schemas.microsoft.com/office/drawing/2014/main" id="{8A5111E3-3C8B-4C55-1717-9DD7BADD8F2C}"/>
              </a:ext>
            </a:extLst>
          </p:cNvPr>
          <p:cNvSpPr txBox="1"/>
          <p:nvPr/>
        </p:nvSpPr>
        <p:spPr>
          <a:xfrm>
            <a:off x="8647471" y="1862088"/>
            <a:ext cx="3283974" cy="2862322"/>
          </a:xfrm>
          <a:prstGeom prst="rect">
            <a:avLst/>
          </a:prstGeom>
          <a:noFill/>
        </p:spPr>
        <p:txBody>
          <a:bodyPr wrap="square" rtlCol="0">
            <a:spAutoFit/>
          </a:bodyPr>
          <a:lstStyle/>
          <a:p>
            <a:pPr algn="ctr"/>
            <a:r>
              <a:rPr lang="en-GB" b="1" dirty="0"/>
              <a:t>PROPOSED </a:t>
            </a:r>
          </a:p>
          <a:p>
            <a:endParaRPr lang="en-GB" dirty="0"/>
          </a:p>
          <a:p>
            <a:pPr marL="285750" indent="-285750">
              <a:buFont typeface="Arial" panose="020B0604020202020204" pitchFamily="34" charset="0"/>
              <a:buChar char="•"/>
            </a:pPr>
            <a:r>
              <a:rPr lang="en-GB" dirty="0"/>
              <a:t>In-matrix grid with commands such as UNDO (size of matrix TBD).</a:t>
            </a:r>
          </a:p>
          <a:p>
            <a:pPr marL="285750" indent="-285750">
              <a:buFont typeface="Arial" panose="020B0604020202020204" pitchFamily="34" charset="0"/>
              <a:buChar char="•"/>
            </a:pPr>
            <a:r>
              <a:rPr lang="en-GB" dirty="0"/>
              <a:t>Tri-state confidence gating.</a:t>
            </a:r>
          </a:p>
          <a:p>
            <a:pPr marL="285750" indent="-285750">
              <a:buFont typeface="Arial" panose="020B0604020202020204" pitchFamily="34" charset="0"/>
              <a:buChar char="•"/>
            </a:pPr>
            <a:r>
              <a:rPr lang="en-GB" dirty="0"/>
              <a:t>Expected cost minimisation word ranking.</a:t>
            </a:r>
          </a:p>
          <a:p>
            <a:pPr marL="285750" indent="-285750">
              <a:buFont typeface="Arial" panose="020B0604020202020204" pitchFamily="34" charset="0"/>
              <a:buChar char="•"/>
            </a:pPr>
            <a:r>
              <a:rPr lang="en-GB" dirty="0"/>
              <a:t>Dynamic stopping.</a:t>
            </a:r>
          </a:p>
          <a:p>
            <a:pPr marL="285750" indent="-285750">
              <a:buFont typeface="Arial" panose="020B0604020202020204" pitchFamily="34" charset="0"/>
              <a:buChar char="•"/>
            </a:pPr>
            <a:endParaRPr lang="en-GB" dirty="0"/>
          </a:p>
        </p:txBody>
      </p:sp>
      <p:sp>
        <p:nvSpPr>
          <p:cNvPr id="11" name="TextBox 10">
            <a:extLst>
              <a:ext uri="{FF2B5EF4-FFF2-40B4-BE49-F238E27FC236}">
                <a16:creationId xmlns:a16="http://schemas.microsoft.com/office/drawing/2014/main" id="{F32E12B8-33B6-5B73-8FDA-E8E04E219955}"/>
              </a:ext>
            </a:extLst>
          </p:cNvPr>
          <p:cNvSpPr txBox="1"/>
          <p:nvPr/>
        </p:nvSpPr>
        <p:spPr>
          <a:xfrm>
            <a:off x="1491343" y="6469505"/>
            <a:ext cx="9862457" cy="369332"/>
          </a:xfrm>
          <a:prstGeom prst="rect">
            <a:avLst/>
          </a:prstGeom>
          <a:noFill/>
        </p:spPr>
        <p:txBody>
          <a:bodyPr wrap="square" rtlCol="0">
            <a:spAutoFit/>
          </a:bodyPr>
          <a:lstStyle/>
          <a:p>
            <a:r>
              <a:rPr lang="en-GB" dirty="0"/>
              <a:t>*Using metrics ‘Output Characters per Minute’, ‘Mutual Information’, and ‘Keystroke Savings’</a:t>
            </a:r>
          </a:p>
        </p:txBody>
      </p:sp>
    </p:spTree>
    <p:extLst>
      <p:ext uri="{BB962C8B-B14F-4D97-AF65-F5344CB8AC3E}">
        <p14:creationId xmlns:p14="http://schemas.microsoft.com/office/powerpoint/2010/main" val="3719481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6DF78-A46B-9C1C-8450-15DD60D95583}"/>
              </a:ext>
            </a:extLst>
          </p:cNvPr>
          <p:cNvSpPr>
            <a:spLocks noGrp="1"/>
          </p:cNvSpPr>
          <p:nvPr>
            <p:ph type="title"/>
          </p:nvPr>
        </p:nvSpPr>
        <p:spPr>
          <a:xfrm>
            <a:off x="838200" y="142175"/>
            <a:ext cx="10515600" cy="1325563"/>
          </a:xfrm>
        </p:spPr>
        <p:txBody>
          <a:bodyPr/>
          <a:lstStyle/>
          <a:p>
            <a:r>
              <a:rPr lang="en-GB" dirty="0"/>
              <a:t>Structured Plan with Technical Milestones</a:t>
            </a:r>
          </a:p>
        </p:txBody>
      </p:sp>
      <p:pic>
        <p:nvPicPr>
          <p:cNvPr id="5" name="Content Placeholder 4">
            <a:extLst>
              <a:ext uri="{FF2B5EF4-FFF2-40B4-BE49-F238E27FC236}">
                <a16:creationId xmlns:a16="http://schemas.microsoft.com/office/drawing/2014/main" id="{FA138443-4862-A9C7-5F73-F46CED726CF2}"/>
              </a:ext>
            </a:extLst>
          </p:cNvPr>
          <p:cNvPicPr>
            <a:picLocks noGrp="1" noChangeAspect="1"/>
          </p:cNvPicPr>
          <p:nvPr>
            <p:ph idx="1"/>
          </p:nvPr>
        </p:nvPicPr>
        <p:blipFill>
          <a:blip r:embed="rId2"/>
          <a:stretch>
            <a:fillRect/>
          </a:stretch>
        </p:blipFill>
        <p:spPr>
          <a:xfrm>
            <a:off x="247321" y="1881608"/>
            <a:ext cx="5053962" cy="4351338"/>
          </a:xfrm>
          <a:prstGeom prst="rect">
            <a:avLst/>
          </a:prstGeom>
        </p:spPr>
      </p:pic>
      <p:pic>
        <p:nvPicPr>
          <p:cNvPr id="7" name="Picture 6">
            <a:extLst>
              <a:ext uri="{FF2B5EF4-FFF2-40B4-BE49-F238E27FC236}">
                <a16:creationId xmlns:a16="http://schemas.microsoft.com/office/drawing/2014/main" id="{F3961268-6B39-E097-8D40-61E75F2F06F8}"/>
              </a:ext>
            </a:extLst>
          </p:cNvPr>
          <p:cNvPicPr>
            <a:picLocks noChangeAspect="1"/>
          </p:cNvPicPr>
          <p:nvPr/>
        </p:nvPicPr>
        <p:blipFill>
          <a:blip r:embed="rId3"/>
          <a:stretch>
            <a:fillRect/>
          </a:stretch>
        </p:blipFill>
        <p:spPr>
          <a:xfrm>
            <a:off x="5301283" y="1043849"/>
            <a:ext cx="6643396" cy="3013428"/>
          </a:xfrm>
          <a:prstGeom prst="rect">
            <a:avLst/>
          </a:prstGeom>
        </p:spPr>
      </p:pic>
      <p:pic>
        <p:nvPicPr>
          <p:cNvPr id="4" name="Picture 3">
            <a:extLst>
              <a:ext uri="{FF2B5EF4-FFF2-40B4-BE49-F238E27FC236}">
                <a16:creationId xmlns:a16="http://schemas.microsoft.com/office/drawing/2014/main" id="{78F2E96D-4033-3ADD-A820-24554F6E7D8C}"/>
              </a:ext>
            </a:extLst>
          </p:cNvPr>
          <p:cNvPicPr>
            <a:picLocks noChangeAspect="1"/>
          </p:cNvPicPr>
          <p:nvPr/>
        </p:nvPicPr>
        <p:blipFill>
          <a:blip r:embed="rId4"/>
          <a:stretch>
            <a:fillRect/>
          </a:stretch>
        </p:blipFill>
        <p:spPr>
          <a:xfrm>
            <a:off x="5336452" y="4134447"/>
            <a:ext cx="6573058" cy="2581378"/>
          </a:xfrm>
          <a:prstGeom prst="rect">
            <a:avLst/>
          </a:prstGeom>
        </p:spPr>
      </p:pic>
    </p:spTree>
    <p:extLst>
      <p:ext uri="{BB962C8B-B14F-4D97-AF65-F5344CB8AC3E}">
        <p14:creationId xmlns:p14="http://schemas.microsoft.com/office/powerpoint/2010/main" val="792254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E0ED2-0409-9D39-9866-6BFF9C0842BA}"/>
              </a:ext>
            </a:extLst>
          </p:cNvPr>
          <p:cNvSpPr>
            <a:spLocks noGrp="1"/>
          </p:cNvSpPr>
          <p:nvPr>
            <p:ph type="title"/>
          </p:nvPr>
        </p:nvSpPr>
        <p:spPr/>
        <p:txBody>
          <a:bodyPr/>
          <a:lstStyle/>
          <a:p>
            <a:r>
              <a:rPr lang="en-GB" dirty="0"/>
              <a:t>Risk Assessment</a:t>
            </a:r>
          </a:p>
        </p:txBody>
      </p:sp>
      <p:pic>
        <p:nvPicPr>
          <p:cNvPr id="5" name="Content Placeholder 4">
            <a:extLst>
              <a:ext uri="{FF2B5EF4-FFF2-40B4-BE49-F238E27FC236}">
                <a16:creationId xmlns:a16="http://schemas.microsoft.com/office/drawing/2014/main" id="{6AA8DFD5-AB63-F6CA-F388-A1F6AF844E5A}"/>
              </a:ext>
            </a:extLst>
          </p:cNvPr>
          <p:cNvPicPr>
            <a:picLocks noGrp="1" noChangeAspect="1"/>
          </p:cNvPicPr>
          <p:nvPr>
            <p:ph idx="1"/>
          </p:nvPr>
        </p:nvPicPr>
        <p:blipFill>
          <a:blip r:embed="rId2"/>
          <a:stretch>
            <a:fillRect/>
          </a:stretch>
        </p:blipFill>
        <p:spPr>
          <a:xfrm>
            <a:off x="262441" y="1530912"/>
            <a:ext cx="3769196" cy="4688513"/>
          </a:xfrm>
          <a:prstGeom prst="rect">
            <a:avLst/>
          </a:prstGeom>
        </p:spPr>
      </p:pic>
      <p:pic>
        <p:nvPicPr>
          <p:cNvPr id="7" name="Picture 6">
            <a:extLst>
              <a:ext uri="{FF2B5EF4-FFF2-40B4-BE49-F238E27FC236}">
                <a16:creationId xmlns:a16="http://schemas.microsoft.com/office/drawing/2014/main" id="{6058A429-99C9-4680-E1CA-F01A234C2E61}"/>
              </a:ext>
            </a:extLst>
          </p:cNvPr>
          <p:cNvPicPr>
            <a:picLocks noChangeAspect="1"/>
          </p:cNvPicPr>
          <p:nvPr/>
        </p:nvPicPr>
        <p:blipFill>
          <a:blip r:embed="rId3"/>
          <a:stretch>
            <a:fillRect/>
          </a:stretch>
        </p:blipFill>
        <p:spPr>
          <a:xfrm>
            <a:off x="3998326" y="1530912"/>
            <a:ext cx="7590178" cy="5334462"/>
          </a:xfrm>
          <a:prstGeom prst="rect">
            <a:avLst/>
          </a:prstGeom>
        </p:spPr>
      </p:pic>
    </p:spTree>
    <p:extLst>
      <p:ext uri="{BB962C8B-B14F-4D97-AF65-F5344CB8AC3E}">
        <p14:creationId xmlns:p14="http://schemas.microsoft.com/office/powerpoint/2010/main" val="2724515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TotalTime>
  <Words>1203</Words>
  <Application>Microsoft Office PowerPoint</Application>
  <PresentationFormat>Widescreen</PresentationFormat>
  <Paragraphs>125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“A Predictive-Text Interface for BCIs”</vt:lpstr>
      <vt:lpstr>Unassisted P300 Spellers Fall 70% Below Subjects With ALS Demands</vt:lpstr>
      <vt:lpstr>P300 Foundations Establish Feasability but Suffer Severe Interaction Bottlenecks</vt:lpstr>
      <vt:lpstr>Naïve Prediction</vt:lpstr>
      <vt:lpstr>Modern LLMs reach 95% of their theoretical bounds</vt:lpstr>
      <vt:lpstr>New Contribution I - Assertiveness</vt:lpstr>
      <vt:lpstr>New Contribution II – Expected Cost Minimisation</vt:lpstr>
      <vt:lpstr>New Contribution III – Entropy-Driven </vt:lpstr>
      <vt:lpstr>Benchmarking</vt:lpstr>
      <vt:lpstr>Structured Plan with Technical Milestones</vt:lpstr>
      <vt:lpstr>Risk Assessment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franek mski</dc:creator>
  <cp:lastModifiedBy>franek mski</cp:lastModifiedBy>
  <cp:revision>1</cp:revision>
  <dcterms:created xsi:type="dcterms:W3CDTF">2026-10-15T23:23:50Z</dcterms:created>
  <dcterms:modified xsi:type="dcterms:W3CDTF">2026-10-16T04:38:13Z</dcterms:modified>
</cp:coreProperties>
</file>